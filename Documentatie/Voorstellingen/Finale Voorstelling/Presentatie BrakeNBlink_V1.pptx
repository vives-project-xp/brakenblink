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4"/>
  </p:sldMasterIdLst>
  <p:notesMasterIdLst>
    <p:notesMasterId r:id="rId25"/>
  </p:notesMasterIdLst>
  <p:sldIdLst>
    <p:sldId id="256" r:id="rId5"/>
    <p:sldId id="265" r:id="rId6"/>
    <p:sldId id="260" r:id="rId7"/>
    <p:sldId id="266" r:id="rId8"/>
    <p:sldId id="268" r:id="rId9"/>
    <p:sldId id="267" r:id="rId10"/>
    <p:sldId id="259" r:id="rId11"/>
    <p:sldId id="263" r:id="rId12"/>
    <p:sldId id="269" r:id="rId13"/>
    <p:sldId id="277" r:id="rId14"/>
    <p:sldId id="279" r:id="rId15"/>
    <p:sldId id="278" r:id="rId16"/>
    <p:sldId id="282" r:id="rId17"/>
    <p:sldId id="280" r:id="rId18"/>
    <p:sldId id="281" r:id="rId19"/>
    <p:sldId id="275" r:id="rId20"/>
    <p:sldId id="270" r:id="rId21"/>
    <p:sldId id="272" r:id="rId22"/>
    <p:sldId id="273" r:id="rId23"/>
    <p:sldId id="274" r:id="rId24"/>
  </p:sldIdLst>
  <p:sldSz cx="12192000" cy="6858000"/>
  <p:notesSz cx="6858000" cy="9144000"/>
  <p:defaultTextStyle>
    <a:defPPr>
      <a:defRPr lang="en-B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7C80"/>
    <a:srgbClr val="FFCCCC"/>
    <a:srgbClr val="0563C1"/>
    <a:srgbClr val="6AA2D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8EAC460-379A-A870-CDB9-EF0FC6820D94}" v="2" dt="2026-04-30T07:31:30.242"/>
    <p1510:client id="{EB04AC7B-7CE0-43C4-885A-F448A363AD95}" v="582" dt="2026-04-30T10:58:25.964"/>
    <p1510:client id="{F454A1E9-621B-7B96-07C2-BCA1CA5C0CCC}" v="3" dt="2026-04-30T07:12:58.37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859" autoAdjust="0"/>
    <p:restoredTop sz="74935" autoAdjust="0"/>
  </p:normalViewPr>
  <p:slideViewPr>
    <p:cSldViewPr snapToGrid="0">
      <p:cViewPr varScale="1">
        <p:scale>
          <a:sx n="62" d="100"/>
          <a:sy n="62" d="100"/>
        </p:scale>
        <p:origin x="1402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viewProps" Target="viewProps.xml"/><Relationship Id="rId30" Type="http://schemas.microsoft.com/office/2015/10/relationships/revisionInfo" Target="revisionInfo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image" Target="../media/image12.svg"/><Relationship Id="rId1" Type="http://schemas.openxmlformats.org/officeDocument/2006/relationships/image" Target="../media/image11.svg"/><Relationship Id="rId6" Type="http://schemas.openxmlformats.org/officeDocument/2006/relationships/image" Target="../media/image16.svg"/><Relationship Id="rId5" Type="http://schemas.openxmlformats.org/officeDocument/2006/relationships/image" Target="../media/image15.svg"/><Relationship Id="rId4" Type="http://schemas.openxmlformats.org/officeDocument/2006/relationships/image" Target="../media/image14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image" Target="../media/image12.svg"/><Relationship Id="rId1" Type="http://schemas.openxmlformats.org/officeDocument/2006/relationships/image" Target="../media/image11.svg"/><Relationship Id="rId6" Type="http://schemas.openxmlformats.org/officeDocument/2006/relationships/image" Target="../media/image16.svg"/><Relationship Id="rId5" Type="http://schemas.openxmlformats.org/officeDocument/2006/relationships/image" Target="../media/image15.svg"/><Relationship Id="rId4" Type="http://schemas.openxmlformats.org/officeDocument/2006/relationships/image" Target="../media/image14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F1224911-39C8-4F63-8D0E-62904C09AB36}" type="doc">
      <dgm:prSet loTypeId="urn:microsoft.com/office/officeart/2018/5/layout/IconCircleLabelList" loCatId="icon" qsTypeId="urn:microsoft.com/office/officeart/2005/8/quickstyle/simple1" qsCatId="simple" csTypeId="urn:microsoft.com/office/officeart/2005/8/colors/accent2_2" csCatId="accent2" phldr="1"/>
      <dgm:spPr/>
      <dgm:t>
        <a:bodyPr/>
        <a:lstStyle/>
        <a:p>
          <a:endParaRPr lang="en-US"/>
        </a:p>
      </dgm:t>
    </dgm:pt>
    <dgm:pt modelId="{BC17A2E6-774E-4C1B-9679-75F8BE11ECA4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nl-NL" dirty="0"/>
            <a:t>Microcontroller </a:t>
          </a:r>
          <a:r>
            <a:rPr lang="nl-NL" dirty="0" err="1"/>
            <a:t>Arduino</a:t>
          </a:r>
          <a:r>
            <a:rPr lang="nl-NL" dirty="0"/>
            <a:t> Nano</a:t>
          </a:r>
          <a:endParaRPr lang="en-US" dirty="0"/>
        </a:p>
      </dgm:t>
    </dgm:pt>
    <dgm:pt modelId="{A42A93A0-4E8E-410E-8977-4C556B6C71FE}" type="parTrans" cxnId="{9FF2777E-E8E0-4E99-BE09-6FDD0F7BD845}">
      <dgm:prSet/>
      <dgm:spPr/>
      <dgm:t>
        <a:bodyPr/>
        <a:lstStyle/>
        <a:p>
          <a:endParaRPr lang="en-US"/>
        </a:p>
      </dgm:t>
    </dgm:pt>
    <dgm:pt modelId="{F97F036B-CC46-40E5-9531-8F3E8AF6472A}" type="sibTrans" cxnId="{9FF2777E-E8E0-4E99-BE09-6FDD0F7BD845}">
      <dgm:prSet/>
      <dgm:spPr/>
      <dgm:t>
        <a:bodyPr/>
        <a:lstStyle/>
        <a:p>
          <a:endParaRPr lang="en-US"/>
        </a:p>
      </dgm:t>
    </dgm:pt>
    <dgm:pt modelId="{D66457C6-F209-44E2-82ED-E1C50E8EC651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nl-NL"/>
            <a:t>LED</a:t>
          </a:r>
          <a:endParaRPr lang="en-US"/>
        </a:p>
      </dgm:t>
    </dgm:pt>
    <dgm:pt modelId="{833347D5-8BAB-4AD7-9157-9E105DFC0030}" type="parTrans" cxnId="{DAF5B4CB-DCCA-4804-A8D0-624BA1A7FAA1}">
      <dgm:prSet/>
      <dgm:spPr/>
      <dgm:t>
        <a:bodyPr/>
        <a:lstStyle/>
        <a:p>
          <a:endParaRPr lang="en-US"/>
        </a:p>
      </dgm:t>
    </dgm:pt>
    <dgm:pt modelId="{81CCB281-A8A5-4261-A77B-597E7033CCF9}" type="sibTrans" cxnId="{DAF5B4CB-DCCA-4804-A8D0-624BA1A7FAA1}">
      <dgm:prSet/>
      <dgm:spPr/>
      <dgm:t>
        <a:bodyPr/>
        <a:lstStyle/>
        <a:p>
          <a:endParaRPr lang="en-US"/>
        </a:p>
      </dgm:t>
    </dgm:pt>
    <dgm:pt modelId="{30A76083-AA3D-41A2-AE03-80282F683616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nl-NL" dirty="0"/>
            <a:t>Batterij Systeem</a:t>
          </a:r>
          <a:endParaRPr lang="en-US" dirty="0"/>
        </a:p>
      </dgm:t>
    </dgm:pt>
    <dgm:pt modelId="{F5715EE0-BF42-4DB0-B363-BDE855F9D6BB}" type="parTrans" cxnId="{4CF8AA05-94DB-46ED-A04B-95B5EAAC6CDF}">
      <dgm:prSet/>
      <dgm:spPr/>
      <dgm:t>
        <a:bodyPr/>
        <a:lstStyle/>
        <a:p>
          <a:endParaRPr lang="en-US"/>
        </a:p>
      </dgm:t>
    </dgm:pt>
    <dgm:pt modelId="{8B022F31-E518-48E8-9977-449EA940C4F7}" type="sibTrans" cxnId="{4CF8AA05-94DB-46ED-A04B-95B5EAAC6CDF}">
      <dgm:prSet/>
      <dgm:spPr/>
      <dgm:t>
        <a:bodyPr/>
        <a:lstStyle/>
        <a:p>
          <a:endParaRPr lang="en-US"/>
        </a:p>
      </dgm:t>
    </dgm:pt>
    <dgm:pt modelId="{74E242F5-3B16-4622-BF2A-23D5F475F88E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nl-NL"/>
            <a:t>Behuizing (3D‑print)</a:t>
          </a:r>
          <a:endParaRPr lang="en-US"/>
        </a:p>
      </dgm:t>
    </dgm:pt>
    <dgm:pt modelId="{07A2447E-5103-446E-B489-666A6A9DF55C}" type="parTrans" cxnId="{9F743C82-B174-4F28-868F-E9CF23E7D997}">
      <dgm:prSet/>
      <dgm:spPr/>
      <dgm:t>
        <a:bodyPr/>
        <a:lstStyle/>
        <a:p>
          <a:endParaRPr lang="en-US"/>
        </a:p>
      </dgm:t>
    </dgm:pt>
    <dgm:pt modelId="{C9B0EA0A-E5C5-4B03-BB32-885B80175165}" type="sibTrans" cxnId="{9F743C82-B174-4F28-868F-E9CF23E7D997}">
      <dgm:prSet/>
      <dgm:spPr/>
      <dgm:t>
        <a:bodyPr/>
        <a:lstStyle/>
        <a:p>
          <a:endParaRPr lang="en-US"/>
        </a:p>
      </dgm:t>
    </dgm:pt>
    <dgm:pt modelId="{111CA585-719A-40D4-B0F4-6668ED8AA960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nl-NL" dirty="0"/>
            <a:t>Draadloze verbinding (Bluetooth / RF)</a:t>
          </a:r>
          <a:endParaRPr lang="en-US" dirty="0"/>
        </a:p>
      </dgm:t>
    </dgm:pt>
    <dgm:pt modelId="{88D596A2-2545-4470-B15A-EA0651E69CA0}" type="parTrans" cxnId="{DA7BB976-D8A3-4DA3-8AC7-C5670911F68B}">
      <dgm:prSet/>
      <dgm:spPr/>
      <dgm:t>
        <a:bodyPr/>
        <a:lstStyle/>
        <a:p>
          <a:endParaRPr lang="en-US"/>
        </a:p>
      </dgm:t>
    </dgm:pt>
    <dgm:pt modelId="{19C38F71-7EC9-48C7-8249-26CD911BEB67}" type="sibTrans" cxnId="{DA7BB976-D8A3-4DA3-8AC7-C5670911F68B}">
      <dgm:prSet/>
      <dgm:spPr/>
      <dgm:t>
        <a:bodyPr/>
        <a:lstStyle/>
        <a:p>
          <a:endParaRPr lang="en-US"/>
        </a:p>
      </dgm:t>
    </dgm:pt>
    <dgm:pt modelId="{87374B85-0E2E-4498-9A37-36F10174D9A4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nl-NL" dirty="0" err="1"/>
            <a:t>accelerometer</a:t>
          </a:r>
          <a:endParaRPr lang="nl-NL" dirty="0"/>
        </a:p>
      </dgm:t>
    </dgm:pt>
    <dgm:pt modelId="{FF5844D8-B9C0-4033-9A77-AABDD5EE7511}" type="parTrans" cxnId="{D46C3087-27A2-4452-B971-0CB8C90E2E65}">
      <dgm:prSet/>
      <dgm:spPr/>
      <dgm:t>
        <a:bodyPr/>
        <a:lstStyle/>
        <a:p>
          <a:endParaRPr lang="nl-NL"/>
        </a:p>
      </dgm:t>
    </dgm:pt>
    <dgm:pt modelId="{6CEFDF7B-117B-4D8B-BAFF-BB874A14F465}" type="sibTrans" cxnId="{D46C3087-27A2-4452-B971-0CB8C90E2E65}">
      <dgm:prSet/>
      <dgm:spPr/>
      <dgm:t>
        <a:bodyPr/>
        <a:lstStyle/>
        <a:p>
          <a:endParaRPr lang="nl-NL"/>
        </a:p>
      </dgm:t>
    </dgm:pt>
    <dgm:pt modelId="{D7FBDE66-F215-4218-A554-01C4FADD9D5B}" type="pres">
      <dgm:prSet presAssocID="{F1224911-39C8-4F63-8D0E-62904C09AB36}" presName="root" presStyleCnt="0">
        <dgm:presLayoutVars>
          <dgm:dir/>
          <dgm:resizeHandles val="exact"/>
        </dgm:presLayoutVars>
      </dgm:prSet>
      <dgm:spPr/>
    </dgm:pt>
    <dgm:pt modelId="{2052279B-CCCC-4DBF-A5B3-39AE5E200B39}" type="pres">
      <dgm:prSet presAssocID="{BC17A2E6-774E-4C1B-9679-75F8BE11ECA4}" presName="compNode" presStyleCnt="0"/>
      <dgm:spPr/>
    </dgm:pt>
    <dgm:pt modelId="{BD75F034-65E7-4071-9626-B924870C7B2A}" type="pres">
      <dgm:prSet presAssocID="{BC17A2E6-774E-4C1B-9679-75F8BE11ECA4}" presName="iconBgRect" presStyleLbl="bgShp" presStyleIdx="0" presStyleCnt="6"/>
      <dgm:spPr/>
    </dgm:pt>
    <dgm:pt modelId="{07EAA996-173A-4289-829C-A59D907C2895}" type="pres">
      <dgm:prSet presAssocID="{BC17A2E6-774E-4C1B-9679-75F8BE11ECA4}" presName="iconRect" presStyleLbl="node1" presStyleIdx="0" presStyleCnt="6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rocessor"/>
        </a:ext>
      </dgm:extLst>
    </dgm:pt>
    <dgm:pt modelId="{40A81E10-1679-41BA-B5B1-07B08F65B177}" type="pres">
      <dgm:prSet presAssocID="{BC17A2E6-774E-4C1B-9679-75F8BE11ECA4}" presName="spaceRect" presStyleCnt="0"/>
      <dgm:spPr/>
    </dgm:pt>
    <dgm:pt modelId="{CABCCB14-65F5-479F-9C64-8B8C80F99345}" type="pres">
      <dgm:prSet presAssocID="{BC17A2E6-774E-4C1B-9679-75F8BE11ECA4}" presName="textRect" presStyleLbl="revTx" presStyleIdx="0" presStyleCnt="6">
        <dgm:presLayoutVars>
          <dgm:chMax val="1"/>
          <dgm:chPref val="1"/>
        </dgm:presLayoutVars>
      </dgm:prSet>
      <dgm:spPr/>
    </dgm:pt>
    <dgm:pt modelId="{81063E7D-64EF-4617-A143-5AA16381AEAB}" type="pres">
      <dgm:prSet presAssocID="{F97F036B-CC46-40E5-9531-8F3E8AF6472A}" presName="sibTrans" presStyleCnt="0"/>
      <dgm:spPr/>
    </dgm:pt>
    <dgm:pt modelId="{50E91ADF-6A2A-4AC3-AAE1-AF8F4BEB5FB7}" type="pres">
      <dgm:prSet presAssocID="{111CA585-719A-40D4-B0F4-6668ED8AA960}" presName="compNode" presStyleCnt="0"/>
      <dgm:spPr/>
    </dgm:pt>
    <dgm:pt modelId="{E46EDDD0-2984-4169-8B78-051E9B09B466}" type="pres">
      <dgm:prSet presAssocID="{111CA585-719A-40D4-B0F4-6668ED8AA960}" presName="iconBgRect" presStyleLbl="bgShp" presStyleIdx="1" presStyleCnt="6"/>
      <dgm:spPr/>
    </dgm:pt>
    <dgm:pt modelId="{67C2F35E-A58B-4695-9048-C0E5C05C9ECF}" type="pres">
      <dgm:prSet presAssocID="{111CA585-719A-40D4-B0F4-6668ED8AA960}" presName="iconRect" presStyleLbl="node1" presStyleIdx="1" presStyleCnt="6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luetooth"/>
        </a:ext>
      </dgm:extLst>
    </dgm:pt>
    <dgm:pt modelId="{3D363F33-9DBF-4CBC-88F0-5980BB934050}" type="pres">
      <dgm:prSet presAssocID="{111CA585-719A-40D4-B0F4-6668ED8AA960}" presName="spaceRect" presStyleCnt="0"/>
      <dgm:spPr/>
    </dgm:pt>
    <dgm:pt modelId="{C4CCA230-CF61-481A-BD90-CB1AF943F0EE}" type="pres">
      <dgm:prSet presAssocID="{111CA585-719A-40D4-B0F4-6668ED8AA960}" presName="textRect" presStyleLbl="revTx" presStyleIdx="1" presStyleCnt="6">
        <dgm:presLayoutVars>
          <dgm:chMax val="1"/>
          <dgm:chPref val="1"/>
        </dgm:presLayoutVars>
      </dgm:prSet>
      <dgm:spPr/>
    </dgm:pt>
    <dgm:pt modelId="{93FCD48A-8D45-4331-BA1F-A8414ACA5ED5}" type="pres">
      <dgm:prSet presAssocID="{19C38F71-7EC9-48C7-8249-26CD911BEB67}" presName="sibTrans" presStyleCnt="0"/>
      <dgm:spPr/>
    </dgm:pt>
    <dgm:pt modelId="{1E7FAFBE-6BF9-42F0-920A-E0ADAB114DF4}" type="pres">
      <dgm:prSet presAssocID="{87374B85-0E2E-4498-9A37-36F10174D9A4}" presName="compNode" presStyleCnt="0"/>
      <dgm:spPr/>
    </dgm:pt>
    <dgm:pt modelId="{C3725826-56C5-4CA4-AAA0-AF7391A19685}" type="pres">
      <dgm:prSet presAssocID="{87374B85-0E2E-4498-9A37-36F10174D9A4}" presName="iconBgRect" presStyleLbl="bgShp" presStyleIdx="2" presStyleCnt="6"/>
      <dgm:spPr/>
    </dgm:pt>
    <dgm:pt modelId="{CF61383D-5A7A-4F68-AAB0-45888DF3C5F7}" type="pres">
      <dgm:prSet presAssocID="{87374B85-0E2E-4498-9A37-36F10174D9A4}" presName="iconRect" presStyleLbl="node1" presStyleIdx="2" presStyleCnt="6"/>
      <dgm:spPr>
        <a:blipFill>
          <a:blip xmlns:r="http://schemas.openxmlformats.org/officeDocument/2006/relationships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Meter met effen opvulling"/>
        </a:ext>
      </dgm:extLst>
    </dgm:pt>
    <dgm:pt modelId="{08658044-3FFD-4311-A2E5-65F20183EB49}" type="pres">
      <dgm:prSet presAssocID="{87374B85-0E2E-4498-9A37-36F10174D9A4}" presName="spaceRect" presStyleCnt="0"/>
      <dgm:spPr/>
    </dgm:pt>
    <dgm:pt modelId="{BACE0A83-F4B2-4050-9514-E73E250A9791}" type="pres">
      <dgm:prSet presAssocID="{87374B85-0E2E-4498-9A37-36F10174D9A4}" presName="textRect" presStyleLbl="revTx" presStyleIdx="2" presStyleCnt="6">
        <dgm:presLayoutVars>
          <dgm:chMax val="1"/>
          <dgm:chPref val="1"/>
        </dgm:presLayoutVars>
      </dgm:prSet>
      <dgm:spPr/>
    </dgm:pt>
    <dgm:pt modelId="{FC12366F-DF74-4B05-B3BC-6D71C47CE7E3}" type="pres">
      <dgm:prSet presAssocID="{6CEFDF7B-117B-4D8B-BAFF-BB874A14F465}" presName="sibTrans" presStyleCnt="0"/>
      <dgm:spPr/>
    </dgm:pt>
    <dgm:pt modelId="{674836EB-83B7-4D07-A8AA-E5B9DE72821B}" type="pres">
      <dgm:prSet presAssocID="{D66457C6-F209-44E2-82ED-E1C50E8EC651}" presName="compNode" presStyleCnt="0"/>
      <dgm:spPr/>
    </dgm:pt>
    <dgm:pt modelId="{75C99EEB-D3CE-4B23-B048-3F257756FAD6}" type="pres">
      <dgm:prSet presAssocID="{D66457C6-F209-44E2-82ED-E1C50E8EC651}" presName="iconBgRect" presStyleLbl="bgShp" presStyleIdx="3" presStyleCnt="6"/>
      <dgm:spPr/>
    </dgm:pt>
    <dgm:pt modelId="{6AE971C7-EEAF-41EC-9610-EA7D2F380B55}" type="pres">
      <dgm:prSet presAssocID="{D66457C6-F209-44E2-82ED-E1C50E8EC651}" presName="iconRect" presStyleLbl="node1" presStyleIdx="3" presStyleCnt="6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Gloeilamp"/>
        </a:ext>
      </dgm:extLst>
    </dgm:pt>
    <dgm:pt modelId="{157417A7-C550-4C7D-B9F2-B2CFB5D2BC46}" type="pres">
      <dgm:prSet presAssocID="{D66457C6-F209-44E2-82ED-E1C50E8EC651}" presName="spaceRect" presStyleCnt="0"/>
      <dgm:spPr/>
    </dgm:pt>
    <dgm:pt modelId="{729698A5-EBBE-438F-8202-2E00A3026BBA}" type="pres">
      <dgm:prSet presAssocID="{D66457C6-F209-44E2-82ED-E1C50E8EC651}" presName="textRect" presStyleLbl="revTx" presStyleIdx="3" presStyleCnt="6">
        <dgm:presLayoutVars>
          <dgm:chMax val="1"/>
          <dgm:chPref val="1"/>
        </dgm:presLayoutVars>
      </dgm:prSet>
      <dgm:spPr/>
    </dgm:pt>
    <dgm:pt modelId="{399E7BA8-9C3C-41DE-B5BE-0132DCA62FD1}" type="pres">
      <dgm:prSet presAssocID="{81CCB281-A8A5-4261-A77B-597E7033CCF9}" presName="sibTrans" presStyleCnt="0"/>
      <dgm:spPr/>
    </dgm:pt>
    <dgm:pt modelId="{EBEC990A-0A56-466B-B42E-9BEE6E15E4EE}" type="pres">
      <dgm:prSet presAssocID="{30A76083-AA3D-41A2-AE03-80282F683616}" presName="compNode" presStyleCnt="0"/>
      <dgm:spPr/>
    </dgm:pt>
    <dgm:pt modelId="{23671134-54C3-49FC-B024-75B420AEEA34}" type="pres">
      <dgm:prSet presAssocID="{30A76083-AA3D-41A2-AE03-80282F683616}" presName="iconBgRect" presStyleLbl="bgShp" presStyleIdx="4" presStyleCnt="6"/>
      <dgm:spPr/>
    </dgm:pt>
    <dgm:pt modelId="{51AAF38C-E8EA-4C5B-BB33-A53B65D786A7}" type="pres">
      <dgm:prSet presAssocID="{30A76083-AA3D-41A2-AE03-80282F683616}" presName="iconRect" presStyleLbl="node1" presStyleIdx="4" presStyleCnt="6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Full Battery"/>
        </a:ext>
      </dgm:extLst>
    </dgm:pt>
    <dgm:pt modelId="{D93FD67D-BB55-4079-982F-68AA3847F9A7}" type="pres">
      <dgm:prSet presAssocID="{30A76083-AA3D-41A2-AE03-80282F683616}" presName="spaceRect" presStyleCnt="0"/>
      <dgm:spPr/>
    </dgm:pt>
    <dgm:pt modelId="{53D57954-E187-495D-A3CB-4775C224153E}" type="pres">
      <dgm:prSet presAssocID="{30A76083-AA3D-41A2-AE03-80282F683616}" presName="textRect" presStyleLbl="revTx" presStyleIdx="4" presStyleCnt="6">
        <dgm:presLayoutVars>
          <dgm:chMax val="1"/>
          <dgm:chPref val="1"/>
        </dgm:presLayoutVars>
      </dgm:prSet>
      <dgm:spPr/>
    </dgm:pt>
    <dgm:pt modelId="{72B0B34B-FB2F-4DBB-91A9-8B15C6A2EE3E}" type="pres">
      <dgm:prSet presAssocID="{8B022F31-E518-48E8-9977-449EA940C4F7}" presName="sibTrans" presStyleCnt="0"/>
      <dgm:spPr/>
    </dgm:pt>
    <dgm:pt modelId="{0A3B393F-7289-4A5B-BC90-894B8C0FD058}" type="pres">
      <dgm:prSet presAssocID="{74E242F5-3B16-4622-BF2A-23D5F475F88E}" presName="compNode" presStyleCnt="0"/>
      <dgm:spPr/>
    </dgm:pt>
    <dgm:pt modelId="{29AFF769-01AF-483C-A25C-9E09FF153FDD}" type="pres">
      <dgm:prSet presAssocID="{74E242F5-3B16-4622-BF2A-23D5F475F88E}" presName="iconBgRect" presStyleLbl="bgShp" presStyleIdx="5" presStyleCnt="6"/>
      <dgm:spPr/>
    </dgm:pt>
    <dgm:pt modelId="{216915E1-D7AC-4EBC-90C1-DEAEE1C97829}" type="pres">
      <dgm:prSet presAssocID="{74E242F5-3B16-4622-BF2A-23D5F475F88E}" presName="iconRect" presStyleLbl="node1" presStyleIdx="5" presStyleCnt="6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rinter"/>
        </a:ext>
      </dgm:extLst>
    </dgm:pt>
    <dgm:pt modelId="{28D54832-4D5F-4F3D-9955-F476917CB30D}" type="pres">
      <dgm:prSet presAssocID="{74E242F5-3B16-4622-BF2A-23D5F475F88E}" presName="spaceRect" presStyleCnt="0"/>
      <dgm:spPr/>
    </dgm:pt>
    <dgm:pt modelId="{C2A3C5A4-E59E-4F39-AA74-2A55E87F4BAE}" type="pres">
      <dgm:prSet presAssocID="{74E242F5-3B16-4622-BF2A-23D5F475F88E}" presName="textRect" presStyleLbl="revTx" presStyleIdx="5" presStyleCnt="6">
        <dgm:presLayoutVars>
          <dgm:chMax val="1"/>
          <dgm:chPref val="1"/>
        </dgm:presLayoutVars>
      </dgm:prSet>
      <dgm:spPr/>
    </dgm:pt>
  </dgm:ptLst>
  <dgm:cxnLst>
    <dgm:cxn modelId="{4CF8AA05-94DB-46ED-A04B-95B5EAAC6CDF}" srcId="{F1224911-39C8-4F63-8D0E-62904C09AB36}" destId="{30A76083-AA3D-41A2-AE03-80282F683616}" srcOrd="4" destOrd="0" parTransId="{F5715EE0-BF42-4DB0-B363-BDE855F9D6BB}" sibTransId="{8B022F31-E518-48E8-9977-449EA940C4F7}"/>
    <dgm:cxn modelId="{7B028E0A-8AFC-4EA3-885C-DE17CDF4D6B0}" type="presOf" srcId="{BC17A2E6-774E-4C1B-9679-75F8BE11ECA4}" destId="{CABCCB14-65F5-479F-9C64-8B8C80F99345}" srcOrd="0" destOrd="0" presId="urn:microsoft.com/office/officeart/2018/5/layout/IconCircleLabelList"/>
    <dgm:cxn modelId="{590E8A0E-8014-4D98-9B9F-03B1E5EF2D19}" type="presOf" srcId="{30A76083-AA3D-41A2-AE03-80282F683616}" destId="{53D57954-E187-495D-A3CB-4775C224153E}" srcOrd="0" destOrd="0" presId="urn:microsoft.com/office/officeart/2018/5/layout/IconCircleLabelList"/>
    <dgm:cxn modelId="{79DC8823-22E7-4042-BE5C-798D2E778109}" type="presOf" srcId="{87374B85-0E2E-4498-9A37-36F10174D9A4}" destId="{BACE0A83-F4B2-4050-9514-E73E250A9791}" srcOrd="0" destOrd="0" presId="urn:microsoft.com/office/officeart/2018/5/layout/IconCircleLabelList"/>
    <dgm:cxn modelId="{AC5CB94C-36EC-43DE-BD5E-5C0E39DA5AB3}" type="presOf" srcId="{74E242F5-3B16-4622-BF2A-23D5F475F88E}" destId="{C2A3C5A4-E59E-4F39-AA74-2A55E87F4BAE}" srcOrd="0" destOrd="0" presId="urn:microsoft.com/office/officeart/2018/5/layout/IconCircleLabelList"/>
    <dgm:cxn modelId="{DA7BB976-D8A3-4DA3-8AC7-C5670911F68B}" srcId="{F1224911-39C8-4F63-8D0E-62904C09AB36}" destId="{111CA585-719A-40D4-B0F4-6668ED8AA960}" srcOrd="1" destOrd="0" parTransId="{88D596A2-2545-4470-B15A-EA0651E69CA0}" sibTransId="{19C38F71-7EC9-48C7-8249-26CD911BEB67}"/>
    <dgm:cxn modelId="{EDC31F78-322E-46E2-8D66-DB97A65E1BCE}" type="presOf" srcId="{111CA585-719A-40D4-B0F4-6668ED8AA960}" destId="{C4CCA230-CF61-481A-BD90-CB1AF943F0EE}" srcOrd="0" destOrd="0" presId="urn:microsoft.com/office/officeart/2018/5/layout/IconCircleLabelList"/>
    <dgm:cxn modelId="{9FF2777E-E8E0-4E99-BE09-6FDD0F7BD845}" srcId="{F1224911-39C8-4F63-8D0E-62904C09AB36}" destId="{BC17A2E6-774E-4C1B-9679-75F8BE11ECA4}" srcOrd="0" destOrd="0" parTransId="{A42A93A0-4E8E-410E-8977-4C556B6C71FE}" sibTransId="{F97F036B-CC46-40E5-9531-8F3E8AF6472A}"/>
    <dgm:cxn modelId="{9F743C82-B174-4F28-868F-E9CF23E7D997}" srcId="{F1224911-39C8-4F63-8D0E-62904C09AB36}" destId="{74E242F5-3B16-4622-BF2A-23D5F475F88E}" srcOrd="5" destOrd="0" parTransId="{07A2447E-5103-446E-B489-666A6A9DF55C}" sibTransId="{C9B0EA0A-E5C5-4B03-BB32-885B80175165}"/>
    <dgm:cxn modelId="{D46C3087-27A2-4452-B971-0CB8C90E2E65}" srcId="{F1224911-39C8-4F63-8D0E-62904C09AB36}" destId="{87374B85-0E2E-4498-9A37-36F10174D9A4}" srcOrd="2" destOrd="0" parTransId="{FF5844D8-B9C0-4033-9A77-AABDD5EE7511}" sibTransId="{6CEFDF7B-117B-4D8B-BAFF-BB874A14F465}"/>
    <dgm:cxn modelId="{7317408F-F063-405C-80F2-928334B3DCCF}" type="presOf" srcId="{D66457C6-F209-44E2-82ED-E1C50E8EC651}" destId="{729698A5-EBBE-438F-8202-2E00A3026BBA}" srcOrd="0" destOrd="0" presId="urn:microsoft.com/office/officeart/2018/5/layout/IconCircleLabelList"/>
    <dgm:cxn modelId="{9DF056C7-5080-4DB6-9A47-8211865DD0C3}" type="presOf" srcId="{F1224911-39C8-4F63-8D0E-62904C09AB36}" destId="{D7FBDE66-F215-4218-A554-01C4FADD9D5B}" srcOrd="0" destOrd="0" presId="urn:microsoft.com/office/officeart/2018/5/layout/IconCircleLabelList"/>
    <dgm:cxn modelId="{DAF5B4CB-DCCA-4804-A8D0-624BA1A7FAA1}" srcId="{F1224911-39C8-4F63-8D0E-62904C09AB36}" destId="{D66457C6-F209-44E2-82ED-E1C50E8EC651}" srcOrd="3" destOrd="0" parTransId="{833347D5-8BAB-4AD7-9157-9E105DFC0030}" sibTransId="{81CCB281-A8A5-4261-A77B-597E7033CCF9}"/>
    <dgm:cxn modelId="{C1CF6DB4-5015-4184-98DF-A00C9C2A5B16}" type="presParOf" srcId="{D7FBDE66-F215-4218-A554-01C4FADD9D5B}" destId="{2052279B-CCCC-4DBF-A5B3-39AE5E200B39}" srcOrd="0" destOrd="0" presId="urn:microsoft.com/office/officeart/2018/5/layout/IconCircleLabelList"/>
    <dgm:cxn modelId="{ED81E203-9BA9-4162-A909-2BFBF82E954B}" type="presParOf" srcId="{2052279B-CCCC-4DBF-A5B3-39AE5E200B39}" destId="{BD75F034-65E7-4071-9626-B924870C7B2A}" srcOrd="0" destOrd="0" presId="urn:microsoft.com/office/officeart/2018/5/layout/IconCircleLabelList"/>
    <dgm:cxn modelId="{F134FC52-4DED-4945-A28B-A763A5516C9D}" type="presParOf" srcId="{2052279B-CCCC-4DBF-A5B3-39AE5E200B39}" destId="{07EAA996-173A-4289-829C-A59D907C2895}" srcOrd="1" destOrd="0" presId="urn:microsoft.com/office/officeart/2018/5/layout/IconCircleLabelList"/>
    <dgm:cxn modelId="{E1DF8389-1D01-49F1-8F86-AA7841991148}" type="presParOf" srcId="{2052279B-CCCC-4DBF-A5B3-39AE5E200B39}" destId="{40A81E10-1679-41BA-B5B1-07B08F65B177}" srcOrd="2" destOrd="0" presId="urn:microsoft.com/office/officeart/2018/5/layout/IconCircleLabelList"/>
    <dgm:cxn modelId="{781750D6-AA96-4EDB-9A5D-80B298CB42BC}" type="presParOf" srcId="{2052279B-CCCC-4DBF-A5B3-39AE5E200B39}" destId="{CABCCB14-65F5-479F-9C64-8B8C80F99345}" srcOrd="3" destOrd="0" presId="urn:microsoft.com/office/officeart/2018/5/layout/IconCircleLabelList"/>
    <dgm:cxn modelId="{A0815D88-5712-40E0-B242-9C0911295BB7}" type="presParOf" srcId="{D7FBDE66-F215-4218-A554-01C4FADD9D5B}" destId="{81063E7D-64EF-4617-A143-5AA16381AEAB}" srcOrd="1" destOrd="0" presId="urn:microsoft.com/office/officeart/2018/5/layout/IconCircleLabelList"/>
    <dgm:cxn modelId="{29BF37AB-B12E-44A7-9AD2-7BBC3ECAE3D9}" type="presParOf" srcId="{D7FBDE66-F215-4218-A554-01C4FADD9D5B}" destId="{50E91ADF-6A2A-4AC3-AAE1-AF8F4BEB5FB7}" srcOrd="2" destOrd="0" presId="urn:microsoft.com/office/officeart/2018/5/layout/IconCircleLabelList"/>
    <dgm:cxn modelId="{47B0BFE8-693D-4E70-B051-487F1B9A18E7}" type="presParOf" srcId="{50E91ADF-6A2A-4AC3-AAE1-AF8F4BEB5FB7}" destId="{E46EDDD0-2984-4169-8B78-051E9B09B466}" srcOrd="0" destOrd="0" presId="urn:microsoft.com/office/officeart/2018/5/layout/IconCircleLabelList"/>
    <dgm:cxn modelId="{C2E5C6CE-9809-416F-A57C-D8A7E3ADE2B8}" type="presParOf" srcId="{50E91ADF-6A2A-4AC3-AAE1-AF8F4BEB5FB7}" destId="{67C2F35E-A58B-4695-9048-C0E5C05C9ECF}" srcOrd="1" destOrd="0" presId="urn:microsoft.com/office/officeart/2018/5/layout/IconCircleLabelList"/>
    <dgm:cxn modelId="{3D81A2DD-8738-400C-9C3E-6BF493B29E12}" type="presParOf" srcId="{50E91ADF-6A2A-4AC3-AAE1-AF8F4BEB5FB7}" destId="{3D363F33-9DBF-4CBC-88F0-5980BB934050}" srcOrd="2" destOrd="0" presId="urn:microsoft.com/office/officeart/2018/5/layout/IconCircleLabelList"/>
    <dgm:cxn modelId="{67FC5EB5-7EBB-4D23-9182-39EED5AC9C6E}" type="presParOf" srcId="{50E91ADF-6A2A-4AC3-AAE1-AF8F4BEB5FB7}" destId="{C4CCA230-CF61-481A-BD90-CB1AF943F0EE}" srcOrd="3" destOrd="0" presId="urn:microsoft.com/office/officeart/2018/5/layout/IconCircleLabelList"/>
    <dgm:cxn modelId="{A13D2130-A624-4150-8DFE-3860BB64383C}" type="presParOf" srcId="{D7FBDE66-F215-4218-A554-01C4FADD9D5B}" destId="{93FCD48A-8D45-4331-BA1F-A8414ACA5ED5}" srcOrd="3" destOrd="0" presId="urn:microsoft.com/office/officeart/2018/5/layout/IconCircleLabelList"/>
    <dgm:cxn modelId="{D4673B12-D99B-4113-BFC5-3E04B4123EA6}" type="presParOf" srcId="{D7FBDE66-F215-4218-A554-01C4FADD9D5B}" destId="{1E7FAFBE-6BF9-42F0-920A-E0ADAB114DF4}" srcOrd="4" destOrd="0" presId="urn:microsoft.com/office/officeart/2018/5/layout/IconCircleLabelList"/>
    <dgm:cxn modelId="{75DCF0B3-9844-4A1B-AC31-A9326BCE23B4}" type="presParOf" srcId="{1E7FAFBE-6BF9-42F0-920A-E0ADAB114DF4}" destId="{C3725826-56C5-4CA4-AAA0-AF7391A19685}" srcOrd="0" destOrd="0" presId="urn:microsoft.com/office/officeart/2018/5/layout/IconCircleLabelList"/>
    <dgm:cxn modelId="{DD416D64-29EC-4D85-A3E5-872F210F2733}" type="presParOf" srcId="{1E7FAFBE-6BF9-42F0-920A-E0ADAB114DF4}" destId="{CF61383D-5A7A-4F68-AAB0-45888DF3C5F7}" srcOrd="1" destOrd="0" presId="urn:microsoft.com/office/officeart/2018/5/layout/IconCircleLabelList"/>
    <dgm:cxn modelId="{97371C6C-514F-4348-9408-409E7F06F2D2}" type="presParOf" srcId="{1E7FAFBE-6BF9-42F0-920A-E0ADAB114DF4}" destId="{08658044-3FFD-4311-A2E5-65F20183EB49}" srcOrd="2" destOrd="0" presId="urn:microsoft.com/office/officeart/2018/5/layout/IconCircleLabelList"/>
    <dgm:cxn modelId="{C380ADB4-7ED2-4E72-AD9A-D8E80AB7EB49}" type="presParOf" srcId="{1E7FAFBE-6BF9-42F0-920A-E0ADAB114DF4}" destId="{BACE0A83-F4B2-4050-9514-E73E250A9791}" srcOrd="3" destOrd="0" presId="urn:microsoft.com/office/officeart/2018/5/layout/IconCircleLabelList"/>
    <dgm:cxn modelId="{695D0130-AF2C-4A5F-91B5-9E786CFF8300}" type="presParOf" srcId="{D7FBDE66-F215-4218-A554-01C4FADD9D5B}" destId="{FC12366F-DF74-4B05-B3BC-6D71C47CE7E3}" srcOrd="5" destOrd="0" presId="urn:microsoft.com/office/officeart/2018/5/layout/IconCircleLabelList"/>
    <dgm:cxn modelId="{9F978471-8B43-45D6-B75E-EADE412D92B5}" type="presParOf" srcId="{D7FBDE66-F215-4218-A554-01C4FADD9D5B}" destId="{674836EB-83B7-4D07-A8AA-E5B9DE72821B}" srcOrd="6" destOrd="0" presId="urn:microsoft.com/office/officeart/2018/5/layout/IconCircleLabelList"/>
    <dgm:cxn modelId="{26031AC6-E16B-4ED3-AE84-8526B03A9DC7}" type="presParOf" srcId="{674836EB-83B7-4D07-A8AA-E5B9DE72821B}" destId="{75C99EEB-D3CE-4B23-B048-3F257756FAD6}" srcOrd="0" destOrd="0" presId="urn:microsoft.com/office/officeart/2018/5/layout/IconCircleLabelList"/>
    <dgm:cxn modelId="{C6B08F75-224D-4B0A-854D-E088AEABAB68}" type="presParOf" srcId="{674836EB-83B7-4D07-A8AA-E5B9DE72821B}" destId="{6AE971C7-EEAF-41EC-9610-EA7D2F380B55}" srcOrd="1" destOrd="0" presId="urn:microsoft.com/office/officeart/2018/5/layout/IconCircleLabelList"/>
    <dgm:cxn modelId="{108B288B-CD54-4231-B484-11266FBB949B}" type="presParOf" srcId="{674836EB-83B7-4D07-A8AA-E5B9DE72821B}" destId="{157417A7-C550-4C7D-B9F2-B2CFB5D2BC46}" srcOrd="2" destOrd="0" presId="urn:microsoft.com/office/officeart/2018/5/layout/IconCircleLabelList"/>
    <dgm:cxn modelId="{997906B6-E2C4-4DE8-9C6F-6FF2871A8E07}" type="presParOf" srcId="{674836EB-83B7-4D07-A8AA-E5B9DE72821B}" destId="{729698A5-EBBE-438F-8202-2E00A3026BBA}" srcOrd="3" destOrd="0" presId="urn:microsoft.com/office/officeart/2018/5/layout/IconCircleLabelList"/>
    <dgm:cxn modelId="{58ABC54C-B378-4E31-A07C-73404EBCB415}" type="presParOf" srcId="{D7FBDE66-F215-4218-A554-01C4FADD9D5B}" destId="{399E7BA8-9C3C-41DE-B5BE-0132DCA62FD1}" srcOrd="7" destOrd="0" presId="urn:microsoft.com/office/officeart/2018/5/layout/IconCircleLabelList"/>
    <dgm:cxn modelId="{2D8A6C58-D7F7-4910-A6EA-DAB2C7F630B7}" type="presParOf" srcId="{D7FBDE66-F215-4218-A554-01C4FADD9D5B}" destId="{EBEC990A-0A56-466B-B42E-9BEE6E15E4EE}" srcOrd="8" destOrd="0" presId="urn:microsoft.com/office/officeart/2018/5/layout/IconCircleLabelList"/>
    <dgm:cxn modelId="{973755FA-B31B-40F9-9968-6DFC069544BF}" type="presParOf" srcId="{EBEC990A-0A56-466B-B42E-9BEE6E15E4EE}" destId="{23671134-54C3-49FC-B024-75B420AEEA34}" srcOrd="0" destOrd="0" presId="urn:microsoft.com/office/officeart/2018/5/layout/IconCircleLabelList"/>
    <dgm:cxn modelId="{339046ED-1E32-42E0-9744-06C7830C8551}" type="presParOf" srcId="{EBEC990A-0A56-466B-B42E-9BEE6E15E4EE}" destId="{51AAF38C-E8EA-4C5B-BB33-A53B65D786A7}" srcOrd="1" destOrd="0" presId="urn:microsoft.com/office/officeart/2018/5/layout/IconCircleLabelList"/>
    <dgm:cxn modelId="{EAF5AB93-7BD4-42C7-96E2-80FC33C389EF}" type="presParOf" srcId="{EBEC990A-0A56-466B-B42E-9BEE6E15E4EE}" destId="{D93FD67D-BB55-4079-982F-68AA3847F9A7}" srcOrd="2" destOrd="0" presId="urn:microsoft.com/office/officeart/2018/5/layout/IconCircleLabelList"/>
    <dgm:cxn modelId="{17BC1517-27ED-4B69-988D-572E6D80E35E}" type="presParOf" srcId="{EBEC990A-0A56-466B-B42E-9BEE6E15E4EE}" destId="{53D57954-E187-495D-A3CB-4775C224153E}" srcOrd="3" destOrd="0" presId="urn:microsoft.com/office/officeart/2018/5/layout/IconCircleLabelList"/>
    <dgm:cxn modelId="{CA65B7D8-0DDD-43EF-B48D-36C0B7155B08}" type="presParOf" srcId="{D7FBDE66-F215-4218-A554-01C4FADD9D5B}" destId="{72B0B34B-FB2F-4DBB-91A9-8B15C6A2EE3E}" srcOrd="9" destOrd="0" presId="urn:microsoft.com/office/officeart/2018/5/layout/IconCircleLabelList"/>
    <dgm:cxn modelId="{8EF60D0B-969A-4712-BEF8-AFFC21237EE5}" type="presParOf" srcId="{D7FBDE66-F215-4218-A554-01C4FADD9D5B}" destId="{0A3B393F-7289-4A5B-BC90-894B8C0FD058}" srcOrd="10" destOrd="0" presId="urn:microsoft.com/office/officeart/2018/5/layout/IconCircleLabelList"/>
    <dgm:cxn modelId="{C60782D7-77B2-4C34-8059-D9E5A125B7B4}" type="presParOf" srcId="{0A3B393F-7289-4A5B-BC90-894B8C0FD058}" destId="{29AFF769-01AF-483C-A25C-9E09FF153FDD}" srcOrd="0" destOrd="0" presId="urn:microsoft.com/office/officeart/2018/5/layout/IconCircleLabelList"/>
    <dgm:cxn modelId="{F7802126-7DDA-4061-9D53-B335C8DEA7EE}" type="presParOf" srcId="{0A3B393F-7289-4A5B-BC90-894B8C0FD058}" destId="{216915E1-D7AC-4EBC-90C1-DEAEE1C97829}" srcOrd="1" destOrd="0" presId="urn:microsoft.com/office/officeart/2018/5/layout/IconCircleLabelList"/>
    <dgm:cxn modelId="{89B38948-440D-446B-A7CC-81151CA55EEF}" type="presParOf" srcId="{0A3B393F-7289-4A5B-BC90-894B8C0FD058}" destId="{28D54832-4D5F-4F3D-9955-F476917CB30D}" srcOrd="2" destOrd="0" presId="urn:microsoft.com/office/officeart/2018/5/layout/IconCircleLabelList"/>
    <dgm:cxn modelId="{B8A46EBB-AD88-46AC-A18C-8125B972CF6F}" type="presParOf" srcId="{0A3B393F-7289-4A5B-BC90-894B8C0FD058}" destId="{C2A3C5A4-E59E-4F39-AA74-2A55E87F4BAE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D75F034-65E7-4071-9626-B924870C7B2A}">
      <dsp:nvSpPr>
        <dsp:cNvPr id="0" name=""/>
        <dsp:cNvSpPr/>
      </dsp:nvSpPr>
      <dsp:spPr>
        <a:xfrm>
          <a:off x="898829" y="288"/>
          <a:ext cx="1001496" cy="1001496"/>
        </a:xfrm>
        <a:prstGeom prst="ellipse">
          <a:avLst/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7EAA996-173A-4289-829C-A59D907C2895}">
      <dsp:nvSpPr>
        <dsp:cNvPr id="0" name=""/>
        <dsp:cNvSpPr/>
      </dsp:nvSpPr>
      <dsp:spPr>
        <a:xfrm>
          <a:off x="1112262" y="213721"/>
          <a:ext cx="574628" cy="574628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ABCCB14-65F5-479F-9C64-8B8C80F99345}">
      <dsp:nvSpPr>
        <dsp:cNvPr id="0" name=""/>
        <dsp:cNvSpPr/>
      </dsp:nvSpPr>
      <dsp:spPr>
        <a:xfrm>
          <a:off x="578678" y="1313725"/>
          <a:ext cx="1641796" cy="65671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nl-NL" sz="1400" kern="1200" dirty="0"/>
            <a:t>Microcontroller </a:t>
          </a:r>
          <a:r>
            <a:rPr lang="nl-NL" sz="1400" kern="1200" dirty="0" err="1"/>
            <a:t>Arduino</a:t>
          </a:r>
          <a:r>
            <a:rPr lang="nl-NL" sz="1400" kern="1200" dirty="0"/>
            <a:t> Nano</a:t>
          </a:r>
          <a:endParaRPr lang="en-US" sz="1400" kern="1200" dirty="0"/>
        </a:p>
      </dsp:txBody>
      <dsp:txXfrm>
        <a:off x="578678" y="1313725"/>
        <a:ext cx="1641796" cy="656718"/>
      </dsp:txXfrm>
    </dsp:sp>
    <dsp:sp modelId="{E46EDDD0-2984-4169-8B78-051E9B09B466}">
      <dsp:nvSpPr>
        <dsp:cNvPr id="0" name=""/>
        <dsp:cNvSpPr/>
      </dsp:nvSpPr>
      <dsp:spPr>
        <a:xfrm>
          <a:off x="2827940" y="288"/>
          <a:ext cx="1001496" cy="1001496"/>
        </a:xfrm>
        <a:prstGeom prst="ellipse">
          <a:avLst/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7C2F35E-A58B-4695-9048-C0E5C05C9ECF}">
      <dsp:nvSpPr>
        <dsp:cNvPr id="0" name=""/>
        <dsp:cNvSpPr/>
      </dsp:nvSpPr>
      <dsp:spPr>
        <a:xfrm>
          <a:off x="3041374" y="213721"/>
          <a:ext cx="574628" cy="574628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4CCA230-CF61-481A-BD90-CB1AF943F0EE}">
      <dsp:nvSpPr>
        <dsp:cNvPr id="0" name=""/>
        <dsp:cNvSpPr/>
      </dsp:nvSpPr>
      <dsp:spPr>
        <a:xfrm>
          <a:off x="2507790" y="1313725"/>
          <a:ext cx="1641796" cy="65671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nl-NL" sz="1400" kern="1200" dirty="0"/>
            <a:t>Draadloze verbinding (Bluetooth / RF)</a:t>
          </a:r>
          <a:endParaRPr lang="en-US" sz="1400" kern="1200" dirty="0"/>
        </a:p>
      </dsp:txBody>
      <dsp:txXfrm>
        <a:off x="2507790" y="1313725"/>
        <a:ext cx="1641796" cy="656718"/>
      </dsp:txXfrm>
    </dsp:sp>
    <dsp:sp modelId="{C3725826-56C5-4CA4-AAA0-AF7391A19685}">
      <dsp:nvSpPr>
        <dsp:cNvPr id="0" name=""/>
        <dsp:cNvSpPr/>
      </dsp:nvSpPr>
      <dsp:spPr>
        <a:xfrm>
          <a:off x="4757051" y="288"/>
          <a:ext cx="1001496" cy="1001496"/>
        </a:xfrm>
        <a:prstGeom prst="ellipse">
          <a:avLst/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F61383D-5A7A-4F68-AAB0-45888DF3C5F7}">
      <dsp:nvSpPr>
        <dsp:cNvPr id="0" name=""/>
        <dsp:cNvSpPr/>
      </dsp:nvSpPr>
      <dsp:spPr>
        <a:xfrm>
          <a:off x="4970485" y="213721"/>
          <a:ext cx="574628" cy="574628"/>
        </a:xfrm>
        <a:prstGeom prst="rect">
          <a:avLst/>
        </a:prstGeom>
        <a:blipFill>
          <a:blip xmlns:r="http://schemas.openxmlformats.org/officeDocument/2006/relationships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ACE0A83-F4B2-4050-9514-E73E250A9791}">
      <dsp:nvSpPr>
        <dsp:cNvPr id="0" name=""/>
        <dsp:cNvSpPr/>
      </dsp:nvSpPr>
      <dsp:spPr>
        <a:xfrm>
          <a:off x="4436901" y="1313725"/>
          <a:ext cx="1641796" cy="65671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nl-NL" sz="1400" kern="1200" dirty="0" err="1"/>
            <a:t>accelerometer</a:t>
          </a:r>
          <a:endParaRPr lang="nl-NL" sz="1400" kern="1200" dirty="0"/>
        </a:p>
      </dsp:txBody>
      <dsp:txXfrm>
        <a:off x="4436901" y="1313725"/>
        <a:ext cx="1641796" cy="656718"/>
      </dsp:txXfrm>
    </dsp:sp>
    <dsp:sp modelId="{75C99EEB-D3CE-4B23-B048-3F257756FAD6}">
      <dsp:nvSpPr>
        <dsp:cNvPr id="0" name=""/>
        <dsp:cNvSpPr/>
      </dsp:nvSpPr>
      <dsp:spPr>
        <a:xfrm>
          <a:off x="6686163" y="288"/>
          <a:ext cx="1001496" cy="1001496"/>
        </a:xfrm>
        <a:prstGeom prst="ellipse">
          <a:avLst/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AE971C7-EEAF-41EC-9610-EA7D2F380B55}">
      <dsp:nvSpPr>
        <dsp:cNvPr id="0" name=""/>
        <dsp:cNvSpPr/>
      </dsp:nvSpPr>
      <dsp:spPr>
        <a:xfrm>
          <a:off x="6899596" y="213721"/>
          <a:ext cx="574628" cy="574628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29698A5-EBBE-438F-8202-2E00A3026BBA}">
      <dsp:nvSpPr>
        <dsp:cNvPr id="0" name=""/>
        <dsp:cNvSpPr/>
      </dsp:nvSpPr>
      <dsp:spPr>
        <a:xfrm>
          <a:off x="6366012" y="1313725"/>
          <a:ext cx="1641796" cy="65671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nl-NL" sz="1400" kern="1200"/>
            <a:t>LED</a:t>
          </a:r>
          <a:endParaRPr lang="en-US" sz="1400" kern="1200"/>
        </a:p>
      </dsp:txBody>
      <dsp:txXfrm>
        <a:off x="6366012" y="1313725"/>
        <a:ext cx="1641796" cy="656718"/>
      </dsp:txXfrm>
    </dsp:sp>
    <dsp:sp modelId="{23671134-54C3-49FC-B024-75B420AEEA34}">
      <dsp:nvSpPr>
        <dsp:cNvPr id="0" name=""/>
        <dsp:cNvSpPr/>
      </dsp:nvSpPr>
      <dsp:spPr>
        <a:xfrm>
          <a:off x="8615274" y="288"/>
          <a:ext cx="1001496" cy="1001496"/>
        </a:xfrm>
        <a:prstGeom prst="ellipse">
          <a:avLst/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1AAF38C-E8EA-4C5B-BB33-A53B65D786A7}">
      <dsp:nvSpPr>
        <dsp:cNvPr id="0" name=""/>
        <dsp:cNvSpPr/>
      </dsp:nvSpPr>
      <dsp:spPr>
        <a:xfrm>
          <a:off x="8828708" y="213721"/>
          <a:ext cx="574628" cy="574628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3D57954-E187-495D-A3CB-4775C224153E}">
      <dsp:nvSpPr>
        <dsp:cNvPr id="0" name=""/>
        <dsp:cNvSpPr/>
      </dsp:nvSpPr>
      <dsp:spPr>
        <a:xfrm>
          <a:off x="8295124" y="1313725"/>
          <a:ext cx="1641796" cy="65671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nl-NL" sz="1400" kern="1200" dirty="0"/>
            <a:t>Batterij Systeem</a:t>
          </a:r>
          <a:endParaRPr lang="en-US" sz="1400" kern="1200" dirty="0"/>
        </a:p>
      </dsp:txBody>
      <dsp:txXfrm>
        <a:off x="8295124" y="1313725"/>
        <a:ext cx="1641796" cy="656718"/>
      </dsp:txXfrm>
    </dsp:sp>
    <dsp:sp modelId="{29AFF769-01AF-483C-A25C-9E09FF153FDD}">
      <dsp:nvSpPr>
        <dsp:cNvPr id="0" name=""/>
        <dsp:cNvSpPr/>
      </dsp:nvSpPr>
      <dsp:spPr>
        <a:xfrm>
          <a:off x="4757051" y="2380893"/>
          <a:ext cx="1001496" cy="1001496"/>
        </a:xfrm>
        <a:prstGeom prst="ellipse">
          <a:avLst/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16915E1-D7AC-4EBC-90C1-DEAEE1C97829}">
      <dsp:nvSpPr>
        <dsp:cNvPr id="0" name=""/>
        <dsp:cNvSpPr/>
      </dsp:nvSpPr>
      <dsp:spPr>
        <a:xfrm>
          <a:off x="4970485" y="2594327"/>
          <a:ext cx="574628" cy="574628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2A3C5A4-E59E-4F39-AA74-2A55E87F4BAE}">
      <dsp:nvSpPr>
        <dsp:cNvPr id="0" name=""/>
        <dsp:cNvSpPr/>
      </dsp:nvSpPr>
      <dsp:spPr>
        <a:xfrm>
          <a:off x="4436901" y="3694331"/>
          <a:ext cx="1641796" cy="65671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nl-NL" sz="1400" kern="1200"/>
            <a:t>Behuizing (3D‑print)</a:t>
          </a:r>
          <a:endParaRPr lang="en-US" sz="1400" kern="1200"/>
        </a:p>
      </dsp:txBody>
      <dsp:txXfrm>
        <a:off x="4436901" y="3694331"/>
        <a:ext cx="1641796" cy="65671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84E4880-7DA0-4458-A438-59016194DA36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DE1AB8C-271C-4EB9-9DF3-95022938B637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733960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nl-NL" b="1" dirty="0"/>
              <a:t>1. Titelpagina</a:t>
            </a:r>
          </a:p>
          <a:p>
            <a:r>
              <a:rPr lang="nl-NL" b="1" dirty="0">
                <a:effectLst/>
              </a:rPr>
              <a:t>Titel:</a:t>
            </a:r>
            <a:r>
              <a:rPr lang="nl-NL" dirty="0">
                <a:effectLst/>
              </a:rPr>
              <a:t> Braken n Blink – Slim Fietslicht &amp; Remsysteem</a:t>
            </a:r>
            <a:endParaRPr lang="nl-NL" dirty="0"/>
          </a:p>
          <a:p>
            <a:r>
              <a:rPr lang="nl-NL" b="1" dirty="0">
                <a:effectLst/>
              </a:rPr>
              <a:t>Ondertitel:</a:t>
            </a:r>
            <a:r>
              <a:rPr lang="nl-NL" dirty="0">
                <a:effectLst/>
              </a:rPr>
              <a:t> Innovatieve veiligheid voor fietsers</a:t>
            </a:r>
            <a:endParaRPr lang="nl-NL" dirty="0"/>
          </a:p>
          <a:p>
            <a:r>
              <a:rPr lang="nl-NL" b="1" dirty="0">
                <a:effectLst/>
              </a:rPr>
              <a:t>Naam, klas, datum</a:t>
            </a:r>
            <a:endParaRPr lang="nl-NL" dirty="0"/>
          </a:p>
          <a:p>
            <a:r>
              <a:rPr lang="nl-NL" dirty="0">
                <a:effectLst/>
              </a:rPr>
              <a:t>Eventueel een foto/</a:t>
            </a:r>
            <a:r>
              <a:rPr lang="nl-NL" dirty="0" err="1">
                <a:effectLst/>
              </a:rPr>
              <a:t>visual</a:t>
            </a:r>
            <a:r>
              <a:rPr lang="nl-NL" dirty="0">
                <a:effectLst/>
              </a:rPr>
              <a:t> van een fietslicht</a:t>
            </a:r>
            <a:endParaRPr lang="nl-NL" dirty="0"/>
          </a:p>
          <a:p>
            <a:endParaRPr lang="nl-NL" dirty="0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DE1AB8C-271C-4EB9-9DF3-95022938B637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984092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5277BA-F872-1654-BCC4-40A8824908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>
            <a:extLst>
              <a:ext uri="{FF2B5EF4-FFF2-40B4-BE49-F238E27FC236}">
                <a16:creationId xmlns:a16="http://schemas.microsoft.com/office/drawing/2014/main" id="{5BC385B7-FD42-239A-2465-70BFE049A1E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>
            <a:extLst>
              <a:ext uri="{FF2B5EF4-FFF2-40B4-BE49-F238E27FC236}">
                <a16:creationId xmlns:a16="http://schemas.microsoft.com/office/drawing/2014/main" id="{14775506-6895-F613-8590-01BD960434D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nl-NL" b="1" dirty="0"/>
              <a:t>3. Wat is </a:t>
            </a:r>
            <a:r>
              <a:rPr lang="nl-NL" b="1" dirty="0" err="1"/>
              <a:t>Brake</a:t>
            </a:r>
            <a:r>
              <a:rPr lang="nl-NL" b="1" dirty="0"/>
              <a:t> n Blink?</a:t>
            </a:r>
          </a:p>
          <a:p>
            <a:r>
              <a:rPr lang="nl-NL" dirty="0">
                <a:effectLst/>
              </a:rPr>
              <a:t>Slim fietslicht met geïntegreerde remdetectie</a:t>
            </a:r>
            <a:endParaRPr lang="nl-NL" dirty="0"/>
          </a:p>
          <a:p>
            <a:r>
              <a:rPr lang="nl-NL" dirty="0">
                <a:effectLst/>
              </a:rPr>
              <a:t>Automatische richtingaanwijzers</a:t>
            </a:r>
            <a:endParaRPr lang="nl-NL" dirty="0"/>
          </a:p>
          <a:p>
            <a:r>
              <a:rPr lang="nl-NL" dirty="0">
                <a:effectLst/>
              </a:rPr>
              <a:t>Trillings- en bewegingssensoren</a:t>
            </a:r>
            <a:endParaRPr lang="nl-NL" dirty="0"/>
          </a:p>
          <a:p>
            <a:r>
              <a:rPr lang="nl-NL" dirty="0">
                <a:effectLst/>
              </a:rPr>
              <a:t>Draadloze communicatie tussen modules</a:t>
            </a:r>
            <a:endParaRPr lang="nl-NL" dirty="0"/>
          </a:p>
          <a:p>
            <a:r>
              <a:rPr lang="nl-NL" dirty="0">
                <a:effectLst/>
              </a:rPr>
              <a:t>Ontworpen voor </a:t>
            </a:r>
            <a:r>
              <a:rPr lang="nl-NL" b="1" dirty="0">
                <a:effectLst/>
              </a:rPr>
              <a:t>maximale zichtbaarheid en veiligheid</a:t>
            </a:r>
            <a:endParaRPr lang="nl-NL" dirty="0"/>
          </a:p>
          <a:p>
            <a:endParaRPr lang="nl-NL" dirty="0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9EFBF8AD-C406-C9E3-3A8A-F684DAAD15C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DE1AB8C-271C-4EB9-9DF3-95022938B637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880627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B7412F-D2E5-7C52-825B-241A91DF21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>
            <a:extLst>
              <a:ext uri="{FF2B5EF4-FFF2-40B4-BE49-F238E27FC236}">
                <a16:creationId xmlns:a16="http://schemas.microsoft.com/office/drawing/2014/main" id="{10A13598-B286-B2A4-9784-4222CA3AA37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>
            <a:extLst>
              <a:ext uri="{FF2B5EF4-FFF2-40B4-BE49-F238E27FC236}">
                <a16:creationId xmlns:a16="http://schemas.microsoft.com/office/drawing/2014/main" id="{BE0AE573-B2FE-C88C-41A8-A44DC6100B1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nl-NL" b="1" dirty="0"/>
              <a:t>2. Inleiding: Het Probleem</a:t>
            </a:r>
          </a:p>
          <a:p>
            <a:r>
              <a:rPr lang="nl-NL" dirty="0">
                <a:effectLst/>
              </a:rPr>
              <a:t>Toenemende fietsers → meer ongevallen</a:t>
            </a:r>
            <a:endParaRPr lang="nl-NL" dirty="0"/>
          </a:p>
          <a:p>
            <a:endParaRPr lang="nl-NL" dirty="0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FE00F3E3-BAA3-8554-037B-419021C9E68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DE1AB8C-271C-4EB9-9DF3-95022938B637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856152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3E82BA-C8C7-506D-BB54-89D4709001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>
            <a:extLst>
              <a:ext uri="{FF2B5EF4-FFF2-40B4-BE49-F238E27FC236}">
                <a16:creationId xmlns:a16="http://schemas.microsoft.com/office/drawing/2014/main" id="{31F43E72-CE55-87DB-3227-78D02919B25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>
            <a:extLst>
              <a:ext uri="{FF2B5EF4-FFF2-40B4-BE49-F238E27FC236}">
                <a16:creationId xmlns:a16="http://schemas.microsoft.com/office/drawing/2014/main" id="{C693C000-58FD-C7A5-176B-98B52100332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nl-NL" b="1" dirty="0"/>
              <a:t>2. Inleiding: Het Probleem</a:t>
            </a:r>
          </a:p>
          <a:p>
            <a:r>
              <a:rPr lang="nl-NL" dirty="0">
                <a:effectLst/>
              </a:rPr>
              <a:t>Fietsers worden vaak </a:t>
            </a:r>
            <a:r>
              <a:rPr lang="nl-NL" b="1" dirty="0">
                <a:effectLst/>
              </a:rPr>
              <a:t>niet gezien</a:t>
            </a:r>
            <a:r>
              <a:rPr lang="nl-NL" dirty="0">
                <a:effectLst/>
              </a:rPr>
              <a:t> bij remmen of afslaan</a:t>
            </a:r>
            <a:endParaRPr lang="nl-NL" dirty="0"/>
          </a:p>
          <a:p>
            <a:r>
              <a:rPr lang="nl-NL" dirty="0">
                <a:effectLst/>
              </a:rPr>
              <a:t>Klassieke fietslichten geven </a:t>
            </a:r>
            <a:r>
              <a:rPr lang="nl-NL" b="1" dirty="0">
                <a:effectLst/>
              </a:rPr>
              <a:t>geen remsignaal</a:t>
            </a:r>
            <a:endParaRPr lang="nl-NL" dirty="0"/>
          </a:p>
          <a:p>
            <a:r>
              <a:rPr lang="nl-NL" dirty="0">
                <a:effectLst/>
              </a:rPr>
              <a:t>Nood aan </a:t>
            </a:r>
            <a:r>
              <a:rPr lang="nl-NL" b="1" dirty="0">
                <a:effectLst/>
              </a:rPr>
              <a:t>slimme, automatische veiligheidssystemen</a:t>
            </a:r>
            <a:endParaRPr lang="nl-NL" dirty="0"/>
          </a:p>
          <a:p>
            <a:r>
              <a:rPr lang="nl-NL" b="1" dirty="0">
                <a:effectLst/>
              </a:rPr>
              <a:t>Doel van de presentatie:</a:t>
            </a:r>
            <a:r>
              <a:rPr lang="nl-NL" dirty="0">
                <a:effectLst/>
              </a:rPr>
              <a:t> tonen hoe Braken n Blink dit oplost</a:t>
            </a:r>
            <a:endParaRPr lang="nl-NL" dirty="0"/>
          </a:p>
          <a:p>
            <a:endParaRPr lang="nl-NL" dirty="0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FF199798-2821-D822-2277-35A2EF061A4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DE1AB8C-271C-4EB9-9DF3-95022938B637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617734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D5AE8F-922E-8414-83D0-9D19BE24D2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>
            <a:extLst>
              <a:ext uri="{FF2B5EF4-FFF2-40B4-BE49-F238E27FC236}">
                <a16:creationId xmlns:a16="http://schemas.microsoft.com/office/drawing/2014/main" id="{BE64A5D3-CC85-3C84-29D9-8672C70DF97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>
            <a:extLst>
              <a:ext uri="{FF2B5EF4-FFF2-40B4-BE49-F238E27FC236}">
                <a16:creationId xmlns:a16="http://schemas.microsoft.com/office/drawing/2014/main" id="{0EFE3E81-4242-FEB9-FCC9-2F1961E5B0B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B52E3614-77BC-9851-6547-7929A8645D0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DE1AB8C-271C-4EB9-9DF3-95022938B637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804757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8B5A24-3B20-FBA7-557F-EC8295BD29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>
            <a:extLst>
              <a:ext uri="{FF2B5EF4-FFF2-40B4-BE49-F238E27FC236}">
                <a16:creationId xmlns:a16="http://schemas.microsoft.com/office/drawing/2014/main" id="{CAFAC850-2574-0BC7-BB22-8EA96311825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>
            <a:extLst>
              <a:ext uri="{FF2B5EF4-FFF2-40B4-BE49-F238E27FC236}">
                <a16:creationId xmlns:a16="http://schemas.microsoft.com/office/drawing/2014/main" id="{9AA0D173-580B-8BD6-E4CB-E736F63332B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nl-NL" b="1" dirty="0"/>
              <a:t>3. Wat is </a:t>
            </a:r>
            <a:r>
              <a:rPr lang="nl-NL" b="1" dirty="0" err="1"/>
              <a:t>Brake</a:t>
            </a:r>
            <a:r>
              <a:rPr lang="nl-NL" b="1" dirty="0"/>
              <a:t> n Blink?</a:t>
            </a:r>
          </a:p>
          <a:p>
            <a:r>
              <a:rPr lang="nl-NL" dirty="0">
                <a:effectLst/>
              </a:rPr>
              <a:t>Slim fietslicht met geïntegreerde remdetectie</a:t>
            </a:r>
            <a:endParaRPr lang="nl-NL" dirty="0"/>
          </a:p>
          <a:p>
            <a:r>
              <a:rPr lang="nl-NL" dirty="0">
                <a:effectLst/>
              </a:rPr>
              <a:t>richtingaanwijzers</a:t>
            </a:r>
            <a:endParaRPr lang="nl-NL" dirty="0"/>
          </a:p>
          <a:p>
            <a:r>
              <a:rPr lang="nl-NL" dirty="0">
                <a:effectLst/>
              </a:rPr>
              <a:t>bewegingssensoren</a:t>
            </a:r>
            <a:endParaRPr lang="nl-NL" dirty="0"/>
          </a:p>
          <a:p>
            <a:r>
              <a:rPr lang="nl-NL" dirty="0">
                <a:effectLst/>
              </a:rPr>
              <a:t>Draadloze communicatie tussen modules</a:t>
            </a:r>
            <a:endParaRPr lang="nl-NL" dirty="0"/>
          </a:p>
          <a:p>
            <a:r>
              <a:rPr lang="nl-NL" dirty="0">
                <a:effectLst/>
              </a:rPr>
              <a:t>Ontworpen voor </a:t>
            </a:r>
            <a:r>
              <a:rPr lang="nl-NL" b="1" dirty="0">
                <a:effectLst/>
              </a:rPr>
              <a:t>maximale zichtbaarheid en veiligheid</a:t>
            </a:r>
            <a:endParaRPr lang="nl-NL" dirty="0"/>
          </a:p>
          <a:p>
            <a:endParaRPr lang="nl-NL" dirty="0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38D8712B-1B69-E07C-9B34-A80F18264D9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DE1AB8C-271C-4EB9-9DF3-95022938B637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478805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nl-NL" b="1" dirty="0"/>
              <a:t>5. Hoe werkt het remsysteem?</a:t>
            </a:r>
          </a:p>
          <a:p>
            <a:r>
              <a:rPr lang="nl-NL" dirty="0">
                <a:effectLst/>
              </a:rPr>
              <a:t>Versnellingssensor (</a:t>
            </a:r>
            <a:r>
              <a:rPr lang="nl-NL" dirty="0" err="1">
                <a:effectLst/>
              </a:rPr>
              <a:t>accelerometer</a:t>
            </a:r>
            <a:r>
              <a:rPr lang="nl-NL" dirty="0">
                <a:effectLst/>
              </a:rPr>
              <a:t>) meet plots vertragen</a:t>
            </a:r>
            <a:endParaRPr lang="nl-NL" dirty="0"/>
          </a:p>
          <a:p>
            <a:r>
              <a:rPr lang="nl-NL" dirty="0">
                <a:effectLst/>
              </a:rPr>
              <a:t>Microcontroller analyseert data</a:t>
            </a:r>
            <a:endParaRPr lang="nl-NL" dirty="0"/>
          </a:p>
          <a:p>
            <a:r>
              <a:rPr lang="nl-NL" dirty="0" err="1">
                <a:effectLst/>
              </a:rPr>
              <a:t>LED’s</a:t>
            </a:r>
            <a:r>
              <a:rPr lang="nl-NL" dirty="0">
                <a:effectLst/>
              </a:rPr>
              <a:t> schakelen automatisch naar </a:t>
            </a:r>
            <a:r>
              <a:rPr lang="nl-NL" b="1" dirty="0">
                <a:effectLst/>
              </a:rPr>
              <a:t>fel rood remlicht</a:t>
            </a:r>
            <a:endParaRPr lang="nl-NL" dirty="0"/>
          </a:p>
          <a:p>
            <a:r>
              <a:rPr lang="nl-NL" dirty="0">
                <a:effectLst/>
              </a:rPr>
              <a:t>Reageert binnen milliseconden</a:t>
            </a:r>
            <a:endParaRPr lang="nl-NL" dirty="0"/>
          </a:p>
          <a:p>
            <a:endParaRPr lang="nl-NL" dirty="0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DE1AB8C-271C-4EB9-9DF3-95022938B637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408359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85378A-7EF0-2CD6-E062-8963B49722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>
            <a:extLst>
              <a:ext uri="{FF2B5EF4-FFF2-40B4-BE49-F238E27FC236}">
                <a16:creationId xmlns:a16="http://schemas.microsoft.com/office/drawing/2014/main" id="{3BB96F79-54FA-C825-2ACC-75388691ABB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>
            <a:extLst>
              <a:ext uri="{FF2B5EF4-FFF2-40B4-BE49-F238E27FC236}">
                <a16:creationId xmlns:a16="http://schemas.microsoft.com/office/drawing/2014/main" id="{D7304005-EC6B-B6E4-B3D0-544C1963CC3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nl-NL" b="1" dirty="0"/>
              <a:t>6. Hoe werkt het richtingaanwijzersysteem?</a:t>
            </a:r>
          </a:p>
          <a:p>
            <a:r>
              <a:rPr lang="nl-NL" dirty="0">
                <a:effectLst/>
              </a:rPr>
              <a:t>Gyroscoop detecteert stuurbeweging</a:t>
            </a:r>
            <a:endParaRPr lang="nl-NL" dirty="0"/>
          </a:p>
          <a:p>
            <a:r>
              <a:rPr lang="nl-NL" dirty="0">
                <a:effectLst/>
              </a:rPr>
              <a:t>Of: knopje op stuur (afhankelijk van jouw ontwerp)</a:t>
            </a:r>
            <a:endParaRPr lang="nl-NL" dirty="0"/>
          </a:p>
          <a:p>
            <a:r>
              <a:rPr lang="nl-NL" dirty="0" err="1">
                <a:effectLst/>
              </a:rPr>
              <a:t>LED’s</a:t>
            </a:r>
            <a:r>
              <a:rPr lang="nl-NL" dirty="0">
                <a:effectLst/>
              </a:rPr>
              <a:t> knipperen links of rechts</a:t>
            </a:r>
            <a:endParaRPr lang="nl-NL" dirty="0"/>
          </a:p>
          <a:p>
            <a:r>
              <a:rPr lang="nl-NL" dirty="0">
                <a:effectLst/>
              </a:rPr>
              <a:t>Duidelijke, heldere amberkleurige knipperlichten</a:t>
            </a:r>
            <a:endParaRPr lang="nl-NL" dirty="0"/>
          </a:p>
          <a:p>
            <a:r>
              <a:rPr lang="nl-NL" dirty="0">
                <a:effectLst/>
              </a:rPr>
              <a:t>Automatische uitschakeling na de bocht (optioneel)</a:t>
            </a:r>
            <a:endParaRPr lang="nl-NL" dirty="0"/>
          </a:p>
          <a:p>
            <a:endParaRPr lang="nl-NL" dirty="0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CCB7828E-DC2D-290E-1A19-0066EA57D92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DE1AB8C-271C-4EB9-9DF3-95022938B637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466543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A374B7-1C2B-C9E4-DCC3-B34425666B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>
            <a:extLst>
              <a:ext uri="{FF2B5EF4-FFF2-40B4-BE49-F238E27FC236}">
                <a16:creationId xmlns:a16="http://schemas.microsoft.com/office/drawing/2014/main" id="{A71C2960-560C-71B2-4313-3545B5A04A0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>
            <a:extLst>
              <a:ext uri="{FF2B5EF4-FFF2-40B4-BE49-F238E27FC236}">
                <a16:creationId xmlns:a16="http://schemas.microsoft.com/office/drawing/2014/main" id="{D3CE99B7-0700-9A0C-8472-440CEE29BD9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9B004DB1-14FB-1D22-F2EB-9F4BABDCE88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DE1AB8C-271C-4EB9-9DF3-95022938B637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309574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338747-BC64-5149-89C0-E3BFF7D46F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>
            <a:extLst>
              <a:ext uri="{FF2B5EF4-FFF2-40B4-BE49-F238E27FC236}">
                <a16:creationId xmlns:a16="http://schemas.microsoft.com/office/drawing/2014/main" id="{DB43D020-B8A5-BF1D-198B-2E3E60F93F2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>
            <a:extLst>
              <a:ext uri="{FF2B5EF4-FFF2-40B4-BE49-F238E27FC236}">
                <a16:creationId xmlns:a16="http://schemas.microsoft.com/office/drawing/2014/main" id="{132A28A6-C5A8-E8CC-EA18-2BC8C553167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nl-NL" dirty="0" err="1"/>
              <a:t>Arduino</a:t>
            </a:r>
            <a:r>
              <a:rPr lang="nl-NL" dirty="0"/>
              <a:t> Nano BLE</a:t>
            </a:r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51F62072-66AF-B41A-343D-DC055CB5F5E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DE1AB8C-271C-4EB9-9DF3-95022938B637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348654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AA5DB1-4BE1-5E1C-B41B-484A73165A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>
            <a:extLst>
              <a:ext uri="{FF2B5EF4-FFF2-40B4-BE49-F238E27FC236}">
                <a16:creationId xmlns:a16="http://schemas.microsoft.com/office/drawing/2014/main" id="{00CED260-D880-92B8-22CE-E358A6C059A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>
            <a:extLst>
              <a:ext uri="{FF2B5EF4-FFF2-40B4-BE49-F238E27FC236}">
                <a16:creationId xmlns:a16="http://schemas.microsoft.com/office/drawing/2014/main" id="{1EE15383-2571-67BC-BA0A-1492B1C3044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nl-NL" dirty="0"/>
              <a:t>TIMO</a:t>
            </a:r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9BCDA313-C211-2A74-DF8A-32831E8514C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DE1AB8C-271C-4EB9-9DF3-95022938B637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647537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DB5A98-937A-9796-087A-31D5EB24D1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>
            <a:extLst>
              <a:ext uri="{FF2B5EF4-FFF2-40B4-BE49-F238E27FC236}">
                <a16:creationId xmlns:a16="http://schemas.microsoft.com/office/drawing/2014/main" id="{C57E1A52-D4BD-D101-F49C-5A1F2F853F2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>
            <a:extLst>
              <a:ext uri="{FF2B5EF4-FFF2-40B4-BE49-F238E27FC236}">
                <a16:creationId xmlns:a16="http://schemas.microsoft.com/office/drawing/2014/main" id="{003C1769-AF12-AF47-8AE9-029B894E05F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nl-NL" dirty="0"/>
              <a:t>TIMO ( deze was te gevoelig ingesteld)</a:t>
            </a:r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0206E554-7A7B-8F0A-91D3-0FAEF6FED10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DE1AB8C-271C-4EB9-9DF3-95022938B637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677130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D19836-41E0-71E6-98DF-B1F526CBC9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>
            <a:extLst>
              <a:ext uri="{FF2B5EF4-FFF2-40B4-BE49-F238E27FC236}">
                <a16:creationId xmlns:a16="http://schemas.microsoft.com/office/drawing/2014/main" id="{75F288E1-39AA-C1F0-9C99-5E0FB7A9CC4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>
            <a:extLst>
              <a:ext uri="{FF2B5EF4-FFF2-40B4-BE49-F238E27FC236}">
                <a16:creationId xmlns:a16="http://schemas.microsoft.com/office/drawing/2014/main" id="{FCC9309B-A49C-DE58-8D28-C337783B8C3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nl-NL" dirty="0"/>
              <a:t>TIMO </a:t>
            </a:r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D21265A9-5BED-3126-7270-CDCE38F71F3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DE1AB8C-271C-4EB9-9DF3-95022938B637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42183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053E9D-2640-E526-85F6-723B93FBCF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>
            <a:extLst>
              <a:ext uri="{FF2B5EF4-FFF2-40B4-BE49-F238E27FC236}">
                <a16:creationId xmlns:a16="http://schemas.microsoft.com/office/drawing/2014/main" id="{8408F170-EEDA-1F4E-AE83-354F53A32B2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>
            <a:extLst>
              <a:ext uri="{FF2B5EF4-FFF2-40B4-BE49-F238E27FC236}">
                <a16:creationId xmlns:a16="http://schemas.microsoft.com/office/drawing/2014/main" id="{DD049C29-360A-B8E1-9082-B76A975C89F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nl-NL" dirty="0"/>
              <a:t>Probleem </a:t>
            </a:r>
          </a:p>
          <a:p>
            <a:r>
              <a:rPr lang="nl-NL" dirty="0"/>
              <a:t>Origineel was er een probleem dat we de led </a:t>
            </a:r>
            <a:r>
              <a:rPr lang="nl-NL" dirty="0" err="1"/>
              <a:t>stips</a:t>
            </a:r>
            <a:r>
              <a:rPr lang="nl-NL" dirty="0"/>
              <a:t> niet werkende kregen. Deze hadden we voor ons project ontvangen, na het switchen naar nieuwe </a:t>
            </a:r>
            <a:r>
              <a:rPr lang="nl-NL" dirty="0" err="1"/>
              <a:t>leds</a:t>
            </a:r>
            <a:r>
              <a:rPr lang="nl-NL" dirty="0"/>
              <a:t>  waren alle problemen verdwenen </a:t>
            </a:r>
          </a:p>
          <a:p>
            <a:r>
              <a:rPr lang="nl-NL" dirty="0"/>
              <a:t>De richting verkeerd gesoldeerd</a:t>
            </a:r>
          </a:p>
          <a:p>
            <a:endParaRPr lang="nl-NL" dirty="0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CDDE062F-5BC7-BB98-C1AF-A84A855EEA9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DE1AB8C-271C-4EB9-9DF3-95022938B637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204499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7D437E-9B5F-16F8-2219-038CE522B2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>
            <a:extLst>
              <a:ext uri="{FF2B5EF4-FFF2-40B4-BE49-F238E27FC236}">
                <a16:creationId xmlns:a16="http://schemas.microsoft.com/office/drawing/2014/main" id="{ACD43D00-F458-7043-CA27-64726DD410B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>
            <a:extLst>
              <a:ext uri="{FF2B5EF4-FFF2-40B4-BE49-F238E27FC236}">
                <a16:creationId xmlns:a16="http://schemas.microsoft.com/office/drawing/2014/main" id="{18A1925D-B91E-D647-4F5C-CEC8F9A9D6C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nl-NL" dirty="0"/>
              <a:t>We werken met 2 x 3  AAA batterijen &amp; 1 x 3AA </a:t>
            </a:r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F1A7E51A-9539-4417-9D8A-B40E8C340BA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DE1AB8C-271C-4EB9-9DF3-95022938B637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501758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84505D-1885-D6A0-BAF3-1EF97069F4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>
            <a:extLst>
              <a:ext uri="{FF2B5EF4-FFF2-40B4-BE49-F238E27FC236}">
                <a16:creationId xmlns:a16="http://schemas.microsoft.com/office/drawing/2014/main" id="{871BFE1C-96A9-83FB-63E0-3B0C4043165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>
            <a:extLst>
              <a:ext uri="{FF2B5EF4-FFF2-40B4-BE49-F238E27FC236}">
                <a16:creationId xmlns:a16="http://schemas.microsoft.com/office/drawing/2014/main" id="{3ABA90A7-221D-7CFF-FCA5-FBD0E00B0ED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nl-NL" b="0" dirty="0"/>
              <a:t>TOM</a:t>
            </a:r>
          </a:p>
          <a:p>
            <a:endParaRPr lang="nl-NL" dirty="0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FA18E981-7F0A-A945-92BB-91D2E8D9B12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DE1AB8C-271C-4EB9-9DF3-95022938B637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397359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5D6636-1212-081B-1633-21FA2500FC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>
            <a:extLst>
              <a:ext uri="{FF2B5EF4-FFF2-40B4-BE49-F238E27FC236}">
                <a16:creationId xmlns:a16="http://schemas.microsoft.com/office/drawing/2014/main" id="{DA8701CF-1ED1-53DD-1F97-0D56767BA99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>
            <a:extLst>
              <a:ext uri="{FF2B5EF4-FFF2-40B4-BE49-F238E27FC236}">
                <a16:creationId xmlns:a16="http://schemas.microsoft.com/office/drawing/2014/main" id="{51BA4E60-34B2-FEAC-51A4-F1FC1311725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nl-NL" b="1" dirty="0"/>
              <a:t>Top Down Schema ( nog recente versie toe te voegen)</a:t>
            </a:r>
            <a:endParaRPr lang="nl-NL" dirty="0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F9DDDE65-6428-EAF4-D3A4-EC0BCB4FBEB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DE1AB8C-271C-4EB9-9DF3-95022938B637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814049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70222A-5335-159F-979E-39DD7A0258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>
            <a:extLst>
              <a:ext uri="{FF2B5EF4-FFF2-40B4-BE49-F238E27FC236}">
                <a16:creationId xmlns:a16="http://schemas.microsoft.com/office/drawing/2014/main" id="{9DC4B7BE-AE42-06D0-8221-96F19B60949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>
            <a:extLst>
              <a:ext uri="{FF2B5EF4-FFF2-40B4-BE49-F238E27FC236}">
                <a16:creationId xmlns:a16="http://schemas.microsoft.com/office/drawing/2014/main" id="{254BCF08-FC8E-8D53-320A-7368772A207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nl-NL" b="1" dirty="0"/>
              <a:t>Top Down Schema ( nog recente versie toe te voegen)</a:t>
            </a:r>
            <a:endParaRPr lang="nl-NL" dirty="0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4AEB16CE-BCE0-E50C-AF4B-D3E94419033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DE1AB8C-271C-4EB9-9DF3-95022938B637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4864618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FA9FCE-A065-419A-50D6-7F381A03EF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>
            <a:extLst>
              <a:ext uri="{FF2B5EF4-FFF2-40B4-BE49-F238E27FC236}">
                <a16:creationId xmlns:a16="http://schemas.microsoft.com/office/drawing/2014/main" id="{6F38D9D5-F1D7-7413-05F6-B11BE9ED84C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>
            <a:extLst>
              <a:ext uri="{FF2B5EF4-FFF2-40B4-BE49-F238E27FC236}">
                <a16:creationId xmlns:a16="http://schemas.microsoft.com/office/drawing/2014/main" id="{81D7253B-5D17-D4A7-9E3F-3FD227B9F19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nl-NL" b="1" dirty="0"/>
              <a:t>Top Down Schema ( nog recente versie toe te voegen)</a:t>
            </a:r>
            <a:endParaRPr lang="nl-NL" dirty="0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A68B4173-1B2B-5C0A-9F74-3424CBCAB2C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DE1AB8C-271C-4EB9-9DF3-95022938B637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4430832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A10E89-CDDB-34DE-103F-5FAA9BF147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>
            <a:extLst>
              <a:ext uri="{FF2B5EF4-FFF2-40B4-BE49-F238E27FC236}">
                <a16:creationId xmlns:a16="http://schemas.microsoft.com/office/drawing/2014/main" id="{C6C546BA-69F2-4248-2F12-9FAED07F674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>
            <a:extLst>
              <a:ext uri="{FF2B5EF4-FFF2-40B4-BE49-F238E27FC236}">
                <a16:creationId xmlns:a16="http://schemas.microsoft.com/office/drawing/2014/main" id="{7B96CEBB-FB77-BCED-3964-D90E5616584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6F6337E8-80EB-DCE4-9B90-0DBC4E0296C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DE1AB8C-271C-4EB9-9DF3-95022938B637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07866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A1180A-00E6-7D9D-632F-6C15EEA6BFC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8EAD69E-B528-087A-99AE-01C50EA81A9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20729014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1D1A22-93E7-53F5-3D1C-BA3AE5668A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184A04-97C2-C83B-3F52-CA55E67682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ijdelijke aanduiding voor tekst 784">
            <a:extLst>
              <a:ext uri="{FF2B5EF4-FFF2-40B4-BE49-F238E27FC236}">
                <a16:creationId xmlns:a16="http://schemas.microsoft.com/office/drawing/2014/main" id="{D5F3149F-9ED1-9034-D500-737E6DBBE3B2}"/>
              </a:ext>
            </a:extLst>
          </p:cNvPr>
          <p:cNvSpPr txBox="1">
            <a:spLocks/>
          </p:cNvSpPr>
          <p:nvPr userDrawn="1"/>
        </p:nvSpPr>
        <p:spPr>
          <a:xfrm>
            <a:off x="138631" y="4293179"/>
            <a:ext cx="257369" cy="1770004"/>
          </a:xfrm>
          <a:prstGeom prst="rect">
            <a:avLst/>
          </a:prstGeom>
        </p:spPr>
        <p:txBody>
          <a:bodyPr vert="vert270" wrap="none" lIns="72000" tIns="72000" rIns="0" bIns="180000" rtlCol="0">
            <a:sp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Tx/>
              <a:buNone/>
              <a:defRPr sz="1800" b="1" i="0" kern="120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2pPr>
            <a:lvl3pPr marL="266700" indent="-257175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bg2"/>
              </a:buClr>
              <a:buSzPct val="100000"/>
              <a:buFontTx/>
              <a:buBlip>
                <a:blip r:embed="rId2"/>
              </a:buBlip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01688" indent="-268288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bg2"/>
              </a:buClr>
              <a:buFont typeface="Systeemlettertype regulier"/>
              <a:buChar char="－"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525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Tx/>
              <a:buNone/>
              <a:tabLst/>
              <a:defRPr sz="1800" i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nl-NL" sz="1200" kern="1200" noProof="0" dirty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rPr>
              <a:t>Project </a:t>
            </a:r>
            <a:r>
              <a:rPr lang="nl-NL" sz="1200" kern="1200" noProof="0" dirty="0" err="1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rPr>
              <a:t>Experience</a:t>
            </a:r>
            <a:r>
              <a:rPr lang="nl-NL" sz="1200" kern="1200" noProof="0" dirty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rPr>
              <a:t> 2526</a:t>
            </a:r>
          </a:p>
        </p:txBody>
      </p:sp>
      <p:sp>
        <p:nvSpPr>
          <p:cNvPr id="5" name="Tijdelijke aanduiding voor dianummer 5">
            <a:extLst>
              <a:ext uri="{FF2B5EF4-FFF2-40B4-BE49-F238E27FC236}">
                <a16:creationId xmlns:a16="http://schemas.microsoft.com/office/drawing/2014/main" id="{51E2B4CD-705E-E28A-043D-E3D4141B0EA5}"/>
              </a:ext>
            </a:extLst>
          </p:cNvPr>
          <p:cNvSpPr txBox="1">
            <a:spLocks noChangeAspect="1"/>
          </p:cNvSpPr>
          <p:nvPr userDrawn="1"/>
        </p:nvSpPr>
        <p:spPr>
          <a:xfrm>
            <a:off x="0" y="6064591"/>
            <a:ext cx="396000" cy="396000"/>
          </a:xfrm>
          <a:prstGeom prst="rect">
            <a:avLst/>
          </a:prstGeom>
          <a:solidFill>
            <a:srgbClr val="E00020"/>
          </a:solidFill>
        </p:spPr>
        <p:txBody>
          <a:bodyPr vert="horz" wrap="none" lIns="36000" tIns="0" rIns="36000" bIns="0" rtlCol="0" anchor="ctr">
            <a:normAutofit/>
          </a:bodyPr>
          <a:lstStyle>
            <a:defPPr>
              <a:defRPr lang="nl-BE"/>
            </a:defPPr>
            <a:lvl1pPr marL="0" algn="ctr" defTabSz="914400" rtl="0" eaLnBrk="1" latinLnBrk="0" hangingPunct="1">
              <a:defRPr sz="1000" kern="120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4FAFF9E-DC53-4AC0-AF44-49258468423F}" type="slidenum">
              <a:rPr lang="nl-BE" sz="1200" kern="1200" noProof="0" smtClean="0">
                <a:solidFill>
                  <a:schemeClr val="bg1"/>
                </a:solidFill>
                <a:latin typeface="+mn-lt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‹nr.›</a:t>
            </a:fld>
            <a:endParaRPr lang="nl-BE" sz="1200" kern="1200" noProof="0" dirty="0">
              <a:solidFill>
                <a:schemeClr val="bg1"/>
              </a:solidFill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139395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599B7A-49D6-747B-0DC1-9468669DED6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9787" y="363600"/>
            <a:ext cx="10515600" cy="1324800"/>
          </a:xfrm>
        </p:spPr>
        <p:txBody>
          <a:bodyPr anchor="ctr" anchorCtr="0">
            <a:normAutofit/>
          </a:bodyPr>
          <a:lstStyle>
            <a:lvl1pPr algn="l" defTabSz="914377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4400" kern="120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2E0C14-FF0F-5E43-2DC6-9C547A6489F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7559999" y="2822714"/>
            <a:ext cx="4397835" cy="3806859"/>
          </a:xfrm>
        </p:spPr>
        <p:txBody>
          <a:bodyPr anchor="ctr" anchorCtr="1"/>
          <a:lstStyle>
            <a:lvl1pPr marL="0" indent="0">
              <a:buNone/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 err="1"/>
              <a:t>Afbeelding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02DFCD0-D549-8541-2E96-5E270DA67E5E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1825200"/>
            <a:ext cx="10515600" cy="4352400"/>
          </a:xfrm>
        </p:spPr>
        <p:txBody>
          <a:bodyPr>
            <a:normAutofit/>
          </a:bodyPr>
          <a:lstStyle>
            <a:lvl1pPr marL="230400" indent="-230400">
              <a:buFont typeface="Arial" panose="020B0604020202020204" pitchFamily="34" charset="0"/>
              <a:buChar char="•"/>
              <a:defRPr sz="2800"/>
            </a:lvl1pPr>
            <a:lvl2pPr marL="687600" indent="-230400">
              <a:buFont typeface="Arial" panose="020B0604020202020204" pitchFamily="34" charset="0"/>
              <a:buChar char="•"/>
              <a:defRPr sz="2400"/>
            </a:lvl2pPr>
            <a:lvl3pPr marL="1144800" indent="-230400">
              <a:buFont typeface="Arial" panose="020B0604020202020204" pitchFamily="34" charset="0"/>
              <a:buChar char="•"/>
              <a:defRPr sz="2000"/>
            </a:lvl3pPr>
            <a:lvl4pPr marL="1602000" indent="-230400">
              <a:buFont typeface="Arial" panose="020B0604020202020204" pitchFamily="34" charset="0"/>
              <a:buChar char="•"/>
              <a:defRPr sz="1800"/>
            </a:lvl4pPr>
            <a:lvl5pPr marL="2059200" indent="-230400">
              <a:buFont typeface="Arial" panose="020B0604020202020204" pitchFamily="34" charset="0"/>
              <a:buChar char="•"/>
              <a:defRPr sz="1800"/>
            </a:lvl5pPr>
            <a:lvl6pPr marL="2285943" indent="0">
              <a:buNone/>
              <a:defRPr sz="1000"/>
            </a:lvl6pPr>
            <a:lvl7pPr marL="2743131" indent="0">
              <a:buNone/>
              <a:defRPr sz="1000"/>
            </a:lvl7pPr>
            <a:lvl8pPr marL="3200320" indent="0">
              <a:buNone/>
              <a:defRPr sz="1000"/>
            </a:lvl8pPr>
            <a:lvl9pPr marL="3657509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ijdelijke aanduiding voor tekst 784">
            <a:extLst>
              <a:ext uri="{FF2B5EF4-FFF2-40B4-BE49-F238E27FC236}">
                <a16:creationId xmlns:a16="http://schemas.microsoft.com/office/drawing/2014/main" id="{970307B0-73D9-D11C-316B-6777ECF0D2BA}"/>
              </a:ext>
            </a:extLst>
          </p:cNvPr>
          <p:cNvSpPr txBox="1">
            <a:spLocks/>
          </p:cNvSpPr>
          <p:nvPr userDrawn="1"/>
        </p:nvSpPr>
        <p:spPr>
          <a:xfrm>
            <a:off x="138631" y="4293179"/>
            <a:ext cx="257369" cy="1770004"/>
          </a:xfrm>
          <a:prstGeom prst="rect">
            <a:avLst/>
          </a:prstGeom>
        </p:spPr>
        <p:txBody>
          <a:bodyPr vert="vert270" wrap="none" lIns="72000" tIns="72000" rIns="0" bIns="180000" rtlCol="0">
            <a:sp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Tx/>
              <a:buNone/>
              <a:defRPr sz="1800" b="1" i="0" kern="120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2pPr>
            <a:lvl3pPr marL="266700" indent="-257175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bg2"/>
              </a:buClr>
              <a:buSzPct val="100000"/>
              <a:buFontTx/>
              <a:buBlip>
                <a:blip r:embed="rId2"/>
              </a:buBlip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01688" indent="-268288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bg2"/>
              </a:buClr>
              <a:buFont typeface="Systeemlettertype regulier"/>
              <a:buChar char="－"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525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Tx/>
              <a:buNone/>
              <a:tabLst/>
              <a:defRPr sz="1800" i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nl-NL" sz="1200" kern="1200" noProof="0" dirty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rPr>
              <a:t>Project </a:t>
            </a:r>
            <a:r>
              <a:rPr lang="nl-NL" sz="1200" kern="1200" noProof="0" dirty="0" err="1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rPr>
              <a:t>Experience</a:t>
            </a:r>
            <a:r>
              <a:rPr lang="nl-NL" sz="1200" kern="1200" noProof="0" dirty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rPr>
              <a:t> 2526</a:t>
            </a:r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A73DBB08-0195-B986-BE61-A9537252B094}"/>
              </a:ext>
            </a:extLst>
          </p:cNvPr>
          <p:cNvSpPr txBox="1">
            <a:spLocks noChangeAspect="1"/>
          </p:cNvSpPr>
          <p:nvPr userDrawn="1"/>
        </p:nvSpPr>
        <p:spPr>
          <a:xfrm>
            <a:off x="0" y="6064591"/>
            <a:ext cx="396000" cy="396000"/>
          </a:xfrm>
          <a:prstGeom prst="rect">
            <a:avLst/>
          </a:prstGeom>
          <a:solidFill>
            <a:srgbClr val="E00020"/>
          </a:solidFill>
        </p:spPr>
        <p:txBody>
          <a:bodyPr vert="horz" wrap="none" lIns="36000" tIns="0" rIns="36000" bIns="0" rtlCol="0" anchor="ctr">
            <a:normAutofit/>
          </a:bodyPr>
          <a:lstStyle>
            <a:defPPr>
              <a:defRPr lang="nl-BE"/>
            </a:defPPr>
            <a:lvl1pPr marL="0" algn="ctr" defTabSz="914400" rtl="0" eaLnBrk="1" latinLnBrk="0" hangingPunct="1">
              <a:defRPr sz="1000" kern="120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4FAFF9E-DC53-4AC0-AF44-49258468423F}" type="slidenum">
              <a:rPr lang="nl-BE" sz="1200" kern="1200" noProof="0" smtClean="0">
                <a:solidFill>
                  <a:schemeClr val="bg1"/>
                </a:solidFill>
                <a:latin typeface="+mn-lt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‹nr.›</a:t>
            </a:fld>
            <a:endParaRPr lang="nl-BE" sz="1200" kern="1200" noProof="0" dirty="0">
              <a:solidFill>
                <a:schemeClr val="bg1"/>
              </a:solidFill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449077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AED9B2-1B96-B1B6-91DE-ED4F04AF08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1" y="1709740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59DDB12-491F-5BB2-A956-E33E132610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1" y="4589465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189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377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131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8864111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BD76CE-B6CF-200E-B406-2A826BBC00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FD79E1-C68F-9856-C448-E83CE4375BA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660ACA9-74B9-A532-BD00-E94CB593C4E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ijdelijke aanduiding voor tekst 784">
            <a:extLst>
              <a:ext uri="{FF2B5EF4-FFF2-40B4-BE49-F238E27FC236}">
                <a16:creationId xmlns:a16="http://schemas.microsoft.com/office/drawing/2014/main" id="{5B848402-9A35-C374-0779-75E6DAE09B1B}"/>
              </a:ext>
            </a:extLst>
          </p:cNvPr>
          <p:cNvSpPr txBox="1">
            <a:spLocks/>
          </p:cNvSpPr>
          <p:nvPr userDrawn="1"/>
        </p:nvSpPr>
        <p:spPr>
          <a:xfrm>
            <a:off x="138631" y="4293179"/>
            <a:ext cx="257369" cy="1770004"/>
          </a:xfrm>
          <a:prstGeom prst="rect">
            <a:avLst/>
          </a:prstGeom>
        </p:spPr>
        <p:txBody>
          <a:bodyPr vert="vert270" wrap="none" lIns="72000" tIns="72000" rIns="0" bIns="180000" rtlCol="0">
            <a:sp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Tx/>
              <a:buNone/>
              <a:defRPr sz="1800" b="1" i="0" kern="120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2pPr>
            <a:lvl3pPr marL="266700" indent="-257175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bg2"/>
              </a:buClr>
              <a:buSzPct val="100000"/>
              <a:buFontTx/>
              <a:buBlip>
                <a:blip r:embed="rId2"/>
              </a:buBlip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01688" indent="-268288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bg2"/>
              </a:buClr>
              <a:buFont typeface="Systeemlettertype regulier"/>
              <a:buChar char="－"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525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Tx/>
              <a:buNone/>
              <a:tabLst/>
              <a:defRPr sz="1800" i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nl-NL" sz="1200" kern="1200" noProof="0" dirty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rPr>
              <a:t>Project </a:t>
            </a:r>
            <a:r>
              <a:rPr lang="nl-NL" sz="1200" kern="1200" noProof="0" dirty="0" err="1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rPr>
              <a:t>Experience</a:t>
            </a:r>
            <a:r>
              <a:rPr lang="nl-NL" sz="1200" kern="1200" noProof="0" dirty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rPr>
              <a:t> 2526</a:t>
            </a:r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21D286DB-9732-00B8-1372-2180A0F03909}"/>
              </a:ext>
            </a:extLst>
          </p:cNvPr>
          <p:cNvSpPr txBox="1">
            <a:spLocks noChangeAspect="1"/>
          </p:cNvSpPr>
          <p:nvPr userDrawn="1"/>
        </p:nvSpPr>
        <p:spPr>
          <a:xfrm>
            <a:off x="0" y="6064591"/>
            <a:ext cx="396000" cy="396000"/>
          </a:xfrm>
          <a:prstGeom prst="rect">
            <a:avLst/>
          </a:prstGeom>
          <a:solidFill>
            <a:srgbClr val="E00020"/>
          </a:solidFill>
        </p:spPr>
        <p:txBody>
          <a:bodyPr vert="horz" wrap="none" lIns="36000" tIns="0" rIns="36000" bIns="0" rtlCol="0" anchor="ctr">
            <a:normAutofit/>
          </a:bodyPr>
          <a:lstStyle>
            <a:defPPr>
              <a:defRPr lang="nl-BE"/>
            </a:defPPr>
            <a:lvl1pPr marL="0" algn="ctr" defTabSz="914400" rtl="0" eaLnBrk="1" latinLnBrk="0" hangingPunct="1">
              <a:defRPr sz="1000" kern="120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4FAFF9E-DC53-4AC0-AF44-49258468423F}" type="slidenum">
              <a:rPr lang="nl-BE" sz="1200" kern="1200" noProof="0" smtClean="0">
                <a:solidFill>
                  <a:schemeClr val="bg1"/>
                </a:solidFill>
                <a:latin typeface="+mn-lt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‹nr.›</a:t>
            </a:fld>
            <a:endParaRPr lang="nl-BE" sz="1200" kern="1200" noProof="0" dirty="0">
              <a:solidFill>
                <a:schemeClr val="bg1"/>
              </a:solidFill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004533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D68494-3F5B-A1D0-0A02-45F1C49576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7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3126EFF-9A9E-19C0-7132-C3B58885CA4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55C4E49-4C5B-03A2-9E36-F0E474C679E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62A5467-CD6D-2A35-FDAD-C9036280C5C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1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B0168C4-8D7F-60F0-6D0E-C6AF103427F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1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ijdelijke aanduiding voor tekst 784">
            <a:extLst>
              <a:ext uri="{FF2B5EF4-FFF2-40B4-BE49-F238E27FC236}">
                <a16:creationId xmlns:a16="http://schemas.microsoft.com/office/drawing/2014/main" id="{09C61AD4-E22B-5483-A410-EB512374EAAC}"/>
              </a:ext>
            </a:extLst>
          </p:cNvPr>
          <p:cNvSpPr txBox="1">
            <a:spLocks/>
          </p:cNvSpPr>
          <p:nvPr userDrawn="1"/>
        </p:nvSpPr>
        <p:spPr>
          <a:xfrm>
            <a:off x="138631" y="4293179"/>
            <a:ext cx="257369" cy="1770004"/>
          </a:xfrm>
          <a:prstGeom prst="rect">
            <a:avLst/>
          </a:prstGeom>
        </p:spPr>
        <p:txBody>
          <a:bodyPr vert="vert270" wrap="none" lIns="72000" tIns="72000" rIns="0" bIns="180000" rtlCol="0">
            <a:sp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Tx/>
              <a:buNone/>
              <a:defRPr sz="1800" b="1" i="0" kern="120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2pPr>
            <a:lvl3pPr marL="266700" indent="-257175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bg2"/>
              </a:buClr>
              <a:buSzPct val="100000"/>
              <a:buFontTx/>
              <a:buBlip>
                <a:blip r:embed="rId2"/>
              </a:buBlip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01688" indent="-268288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bg2"/>
              </a:buClr>
              <a:buFont typeface="Systeemlettertype regulier"/>
              <a:buChar char="－"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525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Tx/>
              <a:buNone/>
              <a:tabLst/>
              <a:defRPr sz="1800" i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nl-NL" sz="1200" kern="1200" noProof="0" dirty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rPr>
              <a:t>Project </a:t>
            </a:r>
            <a:r>
              <a:rPr lang="nl-NL" sz="1200" kern="1200" noProof="0" dirty="0" err="1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rPr>
              <a:t>Experience</a:t>
            </a:r>
            <a:r>
              <a:rPr lang="nl-NL" sz="1200" kern="1200" noProof="0" dirty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rPr>
              <a:t> 2526</a:t>
            </a:r>
          </a:p>
        </p:txBody>
      </p:sp>
      <p:sp>
        <p:nvSpPr>
          <p:cNvPr id="8" name="Tijdelijke aanduiding voor dianummer 5">
            <a:extLst>
              <a:ext uri="{FF2B5EF4-FFF2-40B4-BE49-F238E27FC236}">
                <a16:creationId xmlns:a16="http://schemas.microsoft.com/office/drawing/2014/main" id="{256193B6-1431-5F48-9875-C3361455ACDD}"/>
              </a:ext>
            </a:extLst>
          </p:cNvPr>
          <p:cNvSpPr txBox="1">
            <a:spLocks noChangeAspect="1"/>
          </p:cNvSpPr>
          <p:nvPr userDrawn="1"/>
        </p:nvSpPr>
        <p:spPr>
          <a:xfrm>
            <a:off x="0" y="6064591"/>
            <a:ext cx="396000" cy="396000"/>
          </a:xfrm>
          <a:prstGeom prst="rect">
            <a:avLst/>
          </a:prstGeom>
          <a:solidFill>
            <a:srgbClr val="E00020"/>
          </a:solidFill>
        </p:spPr>
        <p:txBody>
          <a:bodyPr vert="horz" wrap="none" lIns="36000" tIns="0" rIns="36000" bIns="0" rtlCol="0" anchor="ctr">
            <a:normAutofit/>
          </a:bodyPr>
          <a:lstStyle>
            <a:defPPr>
              <a:defRPr lang="nl-BE"/>
            </a:defPPr>
            <a:lvl1pPr marL="0" algn="ctr" defTabSz="914400" rtl="0" eaLnBrk="1" latinLnBrk="0" hangingPunct="1">
              <a:defRPr sz="1000" kern="120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4FAFF9E-DC53-4AC0-AF44-49258468423F}" type="slidenum">
              <a:rPr lang="nl-BE" sz="1200" kern="1200" noProof="0" smtClean="0">
                <a:solidFill>
                  <a:schemeClr val="bg1"/>
                </a:solidFill>
                <a:latin typeface="+mn-lt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‹nr.›</a:t>
            </a:fld>
            <a:endParaRPr lang="nl-BE" sz="1200" kern="1200" noProof="0" dirty="0">
              <a:solidFill>
                <a:schemeClr val="bg1"/>
              </a:solidFill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917254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tekst 784">
            <a:extLst>
              <a:ext uri="{FF2B5EF4-FFF2-40B4-BE49-F238E27FC236}">
                <a16:creationId xmlns:a16="http://schemas.microsoft.com/office/drawing/2014/main" id="{79CD12EE-C134-F278-2980-F9DD3F86D6BB}"/>
              </a:ext>
            </a:extLst>
          </p:cNvPr>
          <p:cNvSpPr txBox="1">
            <a:spLocks/>
          </p:cNvSpPr>
          <p:nvPr userDrawn="1"/>
        </p:nvSpPr>
        <p:spPr>
          <a:xfrm>
            <a:off x="138631" y="4293179"/>
            <a:ext cx="257369" cy="1770004"/>
          </a:xfrm>
          <a:prstGeom prst="rect">
            <a:avLst/>
          </a:prstGeom>
        </p:spPr>
        <p:txBody>
          <a:bodyPr vert="vert270" wrap="none" lIns="72000" tIns="72000" rIns="0" bIns="180000" rtlCol="0">
            <a:sp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Tx/>
              <a:buNone/>
              <a:defRPr sz="1800" b="1" i="0" kern="120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2pPr>
            <a:lvl3pPr marL="266700" indent="-257175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bg2"/>
              </a:buClr>
              <a:buSzPct val="100000"/>
              <a:buFontTx/>
              <a:buBlip>
                <a:blip r:embed="rId2"/>
              </a:buBlip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01688" indent="-268288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bg2"/>
              </a:buClr>
              <a:buFont typeface="Systeemlettertype regulier"/>
              <a:buChar char="－"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525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Tx/>
              <a:buNone/>
              <a:tabLst/>
              <a:defRPr sz="1800" i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nl-NL" sz="1200" kern="1200" noProof="0" dirty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rPr>
              <a:t>Project </a:t>
            </a:r>
            <a:r>
              <a:rPr lang="nl-NL" sz="1200" kern="1200" noProof="0" dirty="0" err="1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rPr>
              <a:t>Experience</a:t>
            </a:r>
            <a:r>
              <a:rPr lang="nl-NL" sz="1200" kern="1200" noProof="0" dirty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rPr>
              <a:t> 2526</a:t>
            </a:r>
          </a:p>
        </p:txBody>
      </p:sp>
      <p:sp>
        <p:nvSpPr>
          <p:cNvPr id="3" name="Tijdelijke aanduiding voor dianummer 5">
            <a:extLst>
              <a:ext uri="{FF2B5EF4-FFF2-40B4-BE49-F238E27FC236}">
                <a16:creationId xmlns:a16="http://schemas.microsoft.com/office/drawing/2014/main" id="{33B0AF44-CC27-05A6-79EA-DA747A996CBD}"/>
              </a:ext>
            </a:extLst>
          </p:cNvPr>
          <p:cNvSpPr txBox="1">
            <a:spLocks noChangeAspect="1"/>
          </p:cNvSpPr>
          <p:nvPr userDrawn="1"/>
        </p:nvSpPr>
        <p:spPr>
          <a:xfrm>
            <a:off x="0" y="6064591"/>
            <a:ext cx="396000" cy="396000"/>
          </a:xfrm>
          <a:prstGeom prst="rect">
            <a:avLst/>
          </a:prstGeom>
          <a:solidFill>
            <a:srgbClr val="E00020"/>
          </a:solidFill>
        </p:spPr>
        <p:txBody>
          <a:bodyPr vert="horz" wrap="none" lIns="36000" tIns="0" rIns="36000" bIns="0" rtlCol="0" anchor="ctr">
            <a:normAutofit/>
          </a:bodyPr>
          <a:lstStyle>
            <a:defPPr>
              <a:defRPr lang="nl-BE"/>
            </a:defPPr>
            <a:lvl1pPr marL="0" algn="ctr" defTabSz="914400" rtl="0" eaLnBrk="1" latinLnBrk="0" hangingPunct="1">
              <a:defRPr sz="1000" kern="120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4FAFF9E-DC53-4AC0-AF44-49258468423F}" type="slidenum">
              <a:rPr lang="nl-BE" sz="1200" kern="1200" noProof="0" smtClean="0">
                <a:solidFill>
                  <a:schemeClr val="bg1"/>
                </a:solidFill>
                <a:latin typeface="+mn-lt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‹nr.›</a:t>
            </a:fld>
            <a:endParaRPr lang="nl-BE" sz="1200" kern="1200" noProof="0" dirty="0">
              <a:solidFill>
                <a:schemeClr val="bg1"/>
              </a:solidFill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607304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2.svg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18329E0-B3CA-8E19-BC3B-715665FAF7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7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598CA2F-F634-E1A9-CED8-8DDF6111C54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5" name="Afbeelding 4" descr="Afbeelding met tekst, Lettertype, Graphics, grafische vormgeving&#10;&#10;Automatisch gegenereerde beschrijving">
            <a:extLst>
              <a:ext uri="{FF2B5EF4-FFF2-40B4-BE49-F238E27FC236}">
                <a16:creationId xmlns:a16="http://schemas.microsoft.com/office/drawing/2014/main" id="{07E2C214-E36E-5EFB-ED63-01E443055F3A}"/>
              </a:ext>
            </a:extLst>
          </p:cNvPr>
          <p:cNvPicPr>
            <a:picLocks noChangeAspect="1"/>
          </p:cNvPicPr>
          <p:nvPr userDrawn="1"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62984" y="57999"/>
            <a:ext cx="2076794" cy="623038"/>
          </a:xfrm>
          <a:prstGeom prst="rect">
            <a:avLst/>
          </a:prstGeom>
        </p:spPr>
      </p:pic>
      <p:pic>
        <p:nvPicPr>
          <p:cNvPr id="17" name="Graphic 16">
            <a:extLst>
              <a:ext uri="{FF2B5EF4-FFF2-40B4-BE49-F238E27FC236}">
                <a16:creationId xmlns:a16="http://schemas.microsoft.com/office/drawing/2014/main" id="{9921E047-E6D9-B995-3435-56287CF518FB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-4050" y="0"/>
            <a:ext cx="400050" cy="1981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91760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6" r:id="rId3"/>
    <p:sldLayoutId id="2147483651" r:id="rId4"/>
    <p:sldLayoutId id="2147483652" r:id="rId5"/>
    <p:sldLayoutId id="2147483653" r:id="rId6"/>
    <p:sldLayoutId id="2147483655" r:id="rId7"/>
  </p:sldLayoutIdLst>
  <p:hf hdr="0" ftr="0" dt="0"/>
  <p:txStyles>
    <p:titleStyle>
      <a:lvl1pPr algn="l" defTabSz="914377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594" indent="-228594" algn="l" defTabSz="914377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78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71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60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349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537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4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BE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gif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sv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6334B85-A2C7-9256-388C-DCBA062843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1" y="1709740"/>
            <a:ext cx="10515600" cy="2852737"/>
          </a:xfrm>
        </p:spPr>
        <p:txBody>
          <a:bodyPr anchor="b">
            <a:normAutofit/>
          </a:bodyPr>
          <a:lstStyle/>
          <a:p>
            <a:r>
              <a:rPr lang="nl-NL" dirty="0" err="1"/>
              <a:t>Brake</a:t>
            </a:r>
            <a:r>
              <a:rPr lang="nl-NL" dirty="0"/>
              <a:t> </a:t>
            </a:r>
            <a:r>
              <a:rPr lang="nl-NL" dirty="0" err="1"/>
              <a:t>N’Blink</a:t>
            </a:r>
            <a:endParaRPr lang="nl-BE" dirty="0"/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CE9DEFA8-9333-269D-4EF6-E54C723A34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1" y="4589465"/>
            <a:ext cx="10515600" cy="1500187"/>
          </a:xfrm>
        </p:spPr>
        <p:txBody>
          <a:bodyPr/>
          <a:lstStyle/>
          <a:p>
            <a:r>
              <a:rPr lang="en-US" dirty="0"/>
              <a:t>Aaron Lestarquit -</a:t>
            </a:r>
            <a:r>
              <a:rPr lang="nl-NL" dirty="0"/>
              <a:t>fase 1, Elektronica ICT</a:t>
            </a:r>
            <a:endParaRPr lang="en-US" dirty="0"/>
          </a:p>
          <a:p>
            <a:r>
              <a:rPr lang="en-US" dirty="0"/>
              <a:t>Timo Sinnaeve - </a:t>
            </a:r>
            <a:r>
              <a:rPr lang="nl-NL" dirty="0"/>
              <a:t>fase 1, Elektronica ICT</a:t>
            </a:r>
            <a:endParaRPr lang="en-US" dirty="0"/>
          </a:p>
          <a:p>
            <a:r>
              <a:rPr lang="en-US" dirty="0"/>
              <a:t>Tom Pladijs - </a:t>
            </a:r>
            <a:r>
              <a:rPr lang="nl-NL" dirty="0"/>
              <a:t>fase 2, Elektronica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1094069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C85216-B027-F708-0A88-4EC28C51DC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CC3C38-C256-4BCD-BF68-A01F85F6C8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nl-BE" dirty="0"/>
              <a:t>Dagelijkse uitdagingen</a:t>
            </a:r>
            <a:endParaRPr lang="en-US" dirty="0"/>
          </a:p>
        </p:txBody>
      </p:sp>
      <p:pic>
        <p:nvPicPr>
          <p:cNvPr id="5" name="Graphic 4" descr="Fietsen silhouet">
            <a:extLst>
              <a:ext uri="{FF2B5EF4-FFF2-40B4-BE49-F238E27FC236}">
                <a16:creationId xmlns:a16="http://schemas.microsoft.com/office/drawing/2014/main" id="{090CDF21-15AB-7624-21AA-F052D75AB6E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250694" y="2495869"/>
            <a:ext cx="2815575" cy="2815575"/>
          </a:xfrm>
          <a:prstGeom prst="rect">
            <a:avLst/>
          </a:prstGeom>
        </p:spPr>
      </p:pic>
      <p:pic>
        <p:nvPicPr>
          <p:cNvPr id="6" name="Graphic 5" descr="Slechtziend silhouet">
            <a:extLst>
              <a:ext uri="{FF2B5EF4-FFF2-40B4-BE49-F238E27FC236}">
                <a16:creationId xmlns:a16="http://schemas.microsoft.com/office/drawing/2014/main" id="{951B8C99-BE0C-4C74-1556-D00E22D6C60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289310" y="2395108"/>
            <a:ext cx="3164505" cy="31645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01780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72D127-E665-5D6A-B084-F6FA83AAE4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1913C7B-36DE-8825-C15E-97C4EE4362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7"/>
            <a:ext cx="10515600" cy="1325563"/>
          </a:xfrm>
        </p:spPr>
        <p:txBody>
          <a:bodyPr anchor="ctr">
            <a:normAutofit/>
          </a:bodyPr>
          <a:lstStyle/>
          <a:p>
            <a:r>
              <a:rPr lang="nl-BE" dirty="0"/>
              <a:t>Fietsbestuurders</a:t>
            </a:r>
          </a:p>
        </p:txBody>
      </p:sp>
      <p:pic>
        <p:nvPicPr>
          <p:cNvPr id="5" name="Graphic 4" descr="Fietsen silhouet">
            <a:extLst>
              <a:ext uri="{FF2B5EF4-FFF2-40B4-BE49-F238E27FC236}">
                <a16:creationId xmlns:a16="http://schemas.microsoft.com/office/drawing/2014/main" id="{B63264F2-514B-A7C1-47DD-D5635DC13CD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920331" y="1825625"/>
            <a:ext cx="4351338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5318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7D31A7-4C32-8188-8FA3-5F35A5176F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CE1F020-934C-6A04-2D9C-2B60D641F8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7"/>
            <a:ext cx="10515600" cy="1325563"/>
          </a:xfrm>
        </p:spPr>
        <p:txBody>
          <a:bodyPr anchor="ctr">
            <a:normAutofit/>
          </a:bodyPr>
          <a:lstStyle/>
          <a:p>
            <a:r>
              <a:rPr lang="nl-NL" dirty="0"/>
              <a:t>Onzichtbaarheid</a:t>
            </a:r>
            <a:endParaRPr lang="nl-NL"/>
          </a:p>
        </p:txBody>
      </p:sp>
      <p:pic>
        <p:nvPicPr>
          <p:cNvPr id="3" name="Graphic 2" descr="Slechtziend silhouet">
            <a:extLst>
              <a:ext uri="{FF2B5EF4-FFF2-40B4-BE49-F238E27FC236}">
                <a16:creationId xmlns:a16="http://schemas.microsoft.com/office/drawing/2014/main" id="{F30A8833-D117-F386-B9FE-8C33EB4B4C7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920331" y="1825625"/>
            <a:ext cx="4351338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841513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4EE882-391D-50CE-804C-744DE67F66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A638496-0E5F-DBF6-3FC3-FD67AF5685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7"/>
            <a:ext cx="10515600" cy="1325563"/>
          </a:xfrm>
        </p:spPr>
        <p:txBody>
          <a:bodyPr anchor="ctr">
            <a:normAutofit/>
          </a:bodyPr>
          <a:lstStyle/>
          <a:p>
            <a:r>
              <a:rPr lang="nl-NL" dirty="0"/>
              <a:t>Onzichtbaarheid </a:t>
            </a:r>
          </a:p>
        </p:txBody>
      </p:sp>
      <p:pic>
        <p:nvPicPr>
          <p:cNvPr id="7" name="Afbeelding 6">
            <a:extLst>
              <a:ext uri="{FF2B5EF4-FFF2-40B4-BE49-F238E27FC236}">
                <a16:creationId xmlns:a16="http://schemas.microsoft.com/office/drawing/2014/main" id="{44C5867E-6649-0A44-CC9F-468F99DD453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52367" y="1821870"/>
            <a:ext cx="8287265" cy="46710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917428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DC3D0D-6BB8-7120-F66F-02006FE57F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B7E3C9-540D-93FB-B08E-09FEEBA870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7"/>
            <a:ext cx="10515600" cy="1325563"/>
          </a:xfrm>
        </p:spPr>
        <p:txBody>
          <a:bodyPr anchor="ctr">
            <a:normAutofit/>
          </a:bodyPr>
          <a:lstStyle/>
          <a:p>
            <a:r>
              <a:rPr lang="nl-NL" dirty="0"/>
              <a:t>Wat is </a:t>
            </a:r>
            <a:r>
              <a:rPr lang="nl-NL" dirty="0" err="1"/>
              <a:t>Brake</a:t>
            </a:r>
            <a:r>
              <a:rPr lang="nl-NL" dirty="0"/>
              <a:t> n Blink</a:t>
            </a:r>
            <a:endParaRPr lang="en-US" dirty="0"/>
          </a:p>
        </p:txBody>
      </p:sp>
      <p:pic>
        <p:nvPicPr>
          <p:cNvPr id="5" name="Tijdelijke aanduiding voor inhoud 4" descr="Sirene silhouet">
            <a:extLst>
              <a:ext uri="{FF2B5EF4-FFF2-40B4-BE49-F238E27FC236}">
                <a16:creationId xmlns:a16="http://schemas.microsoft.com/office/drawing/2014/main" id="{F3642FE0-C562-75B8-AEB8-66E675043C1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856753" y="2300181"/>
            <a:ext cx="2826458" cy="2826458"/>
          </a:xfrm>
        </p:spPr>
      </p:pic>
      <p:pic>
        <p:nvPicPr>
          <p:cNvPr id="4" name="Graphic 3" descr="Cabriolet silhouet">
            <a:extLst>
              <a:ext uri="{FF2B5EF4-FFF2-40B4-BE49-F238E27FC236}">
                <a16:creationId xmlns:a16="http://schemas.microsoft.com/office/drawing/2014/main" id="{3E0EFDBD-2564-DDE3-9466-D256603C5E7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092478" y="2390497"/>
            <a:ext cx="3082131" cy="30821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781125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26A40C-C869-FB65-6B26-62FB80EF40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7"/>
            <a:ext cx="10515600" cy="1325563"/>
          </a:xfrm>
        </p:spPr>
        <p:txBody>
          <a:bodyPr anchor="ctr">
            <a:normAutofit/>
          </a:bodyPr>
          <a:lstStyle/>
          <a:p>
            <a:r>
              <a:rPr lang="nl-NL" b="1" dirty="0"/>
              <a:t>remsysteem</a:t>
            </a:r>
            <a:endParaRPr lang="en-US" dirty="0"/>
          </a:p>
        </p:txBody>
      </p:sp>
      <p:pic>
        <p:nvPicPr>
          <p:cNvPr id="5" name="Graphic 4" descr="Stoppen silhouet">
            <a:extLst>
              <a:ext uri="{FF2B5EF4-FFF2-40B4-BE49-F238E27FC236}">
                <a16:creationId xmlns:a16="http://schemas.microsoft.com/office/drawing/2014/main" id="{7DC76C43-6EE3-0E36-16AF-99DCFB4098F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920331" y="1825625"/>
            <a:ext cx="4351338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836601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C945A6-8FC3-ED5A-F7C7-B634D125B1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367DEC-3F8B-5BE9-6F78-67B6699D03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7"/>
            <a:ext cx="10515600" cy="1325563"/>
          </a:xfrm>
        </p:spPr>
        <p:txBody>
          <a:bodyPr anchor="ctr">
            <a:normAutofit/>
          </a:bodyPr>
          <a:lstStyle/>
          <a:p>
            <a:r>
              <a:rPr lang="nl-NL" b="1" dirty="0"/>
              <a:t>Richtingaanwijzers</a:t>
            </a:r>
            <a:endParaRPr lang="en-US" dirty="0"/>
          </a:p>
        </p:txBody>
      </p:sp>
      <p:pic>
        <p:nvPicPr>
          <p:cNvPr id="7" name="Graphic 6" descr="Wegwijzer silhouet">
            <a:extLst>
              <a:ext uri="{FF2B5EF4-FFF2-40B4-BE49-F238E27FC236}">
                <a16:creationId xmlns:a16="http://schemas.microsoft.com/office/drawing/2014/main" id="{C47FEF3B-F3FA-3B5D-7282-45236772B30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920331" y="1825625"/>
            <a:ext cx="4351338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463196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4A781F-5F15-A524-B0C8-12D7EA6306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D63CE2-198D-FA0F-9915-34D8109B06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7"/>
            <a:ext cx="10515600" cy="1325563"/>
          </a:xfrm>
        </p:spPr>
        <p:txBody>
          <a:bodyPr anchor="ctr">
            <a:normAutofit/>
          </a:bodyPr>
          <a:lstStyle/>
          <a:p>
            <a:r>
              <a:rPr lang="nl-NL" b="1" dirty="0"/>
              <a:t>Hardware-overzicht</a:t>
            </a:r>
            <a:br>
              <a:rPr lang="nl-NL" b="1" dirty="0"/>
            </a:br>
            <a:endParaRPr lang="en-US" dirty="0"/>
          </a:p>
        </p:txBody>
      </p:sp>
      <p:graphicFrame>
        <p:nvGraphicFramePr>
          <p:cNvPr id="14" name="Content Placeholder 2">
            <a:extLst>
              <a:ext uri="{FF2B5EF4-FFF2-40B4-BE49-F238E27FC236}">
                <a16:creationId xmlns:a16="http://schemas.microsoft.com/office/drawing/2014/main" id="{4A2149C2-9518-106E-A052-584BD80655A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08315296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13516665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9DBD33-7E51-8EF8-A8D3-D07BD5DED0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26601A-3119-7EFF-D1B5-C990095EAB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7"/>
            <a:ext cx="10515600" cy="1325563"/>
          </a:xfrm>
        </p:spPr>
        <p:txBody>
          <a:bodyPr anchor="ctr">
            <a:normAutofit fontScale="90000"/>
          </a:bodyPr>
          <a:lstStyle/>
          <a:p>
            <a:r>
              <a:rPr lang="nl-NL" b="1" dirty="0"/>
              <a:t>Microcontroller</a:t>
            </a:r>
            <a:br>
              <a:rPr lang="nl-NL" dirty="0"/>
            </a:br>
            <a:br>
              <a:rPr lang="nl-NL" b="1" dirty="0"/>
            </a:br>
            <a:endParaRPr lang="en-US" dirty="0"/>
          </a:p>
        </p:txBody>
      </p:sp>
      <p:pic>
        <p:nvPicPr>
          <p:cNvPr id="8" name="Afbeelding 7">
            <a:extLst>
              <a:ext uri="{FF2B5EF4-FFF2-40B4-BE49-F238E27FC236}">
                <a16:creationId xmlns:a16="http://schemas.microsoft.com/office/drawing/2014/main" id="{A0C5E1C7-59C9-DF83-46EF-C2084564C2C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50675" y="1047750"/>
            <a:ext cx="4762500" cy="4762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489806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7DC1CF-A6EA-3327-F142-E95C577287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1D7541-9AD5-43A6-CFF9-D57258B7BD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7"/>
            <a:ext cx="10515600" cy="1325563"/>
          </a:xfrm>
        </p:spPr>
        <p:txBody>
          <a:bodyPr anchor="ctr">
            <a:normAutofit fontScale="90000"/>
          </a:bodyPr>
          <a:lstStyle/>
          <a:p>
            <a:r>
              <a:rPr lang="nl-NL" b="1" dirty="0"/>
              <a:t>draadloze verbinding (uitleg kort via programma)</a:t>
            </a:r>
            <a:br>
              <a:rPr lang="nl-NL" dirty="0"/>
            </a:br>
            <a:br>
              <a:rPr lang="nl-NL" b="1" dirty="0"/>
            </a:br>
            <a:endParaRPr lang="en-US" dirty="0"/>
          </a:p>
        </p:txBody>
      </p:sp>
      <p:pic>
        <p:nvPicPr>
          <p:cNvPr id="8" name="Afbeelding 7">
            <a:extLst>
              <a:ext uri="{FF2B5EF4-FFF2-40B4-BE49-F238E27FC236}">
                <a16:creationId xmlns:a16="http://schemas.microsoft.com/office/drawing/2014/main" id="{C93E049E-354A-D0ED-7CE2-E61288AA1E4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15896" y="1047750"/>
            <a:ext cx="4762500" cy="4762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417479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EB3F50-288F-1E0B-F286-5D27D2FCFF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6C4362-F7B4-D053-1CD8-BF7CF61A5F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7"/>
            <a:ext cx="10515600" cy="1325563"/>
          </a:xfrm>
        </p:spPr>
        <p:txBody>
          <a:bodyPr anchor="ctr">
            <a:normAutofit fontScale="90000"/>
          </a:bodyPr>
          <a:lstStyle/>
          <a:p>
            <a:r>
              <a:rPr lang="nl-NL" b="1" dirty="0" err="1"/>
              <a:t>Accelerometer</a:t>
            </a:r>
            <a:r>
              <a:rPr lang="nl-NL" b="1" dirty="0"/>
              <a:t> (uitleg kort via programma)</a:t>
            </a:r>
            <a:br>
              <a:rPr lang="nl-NL" dirty="0"/>
            </a:br>
            <a:br>
              <a:rPr lang="nl-NL" b="1" dirty="0"/>
            </a:br>
            <a:endParaRPr lang="en-US" dirty="0"/>
          </a:p>
        </p:txBody>
      </p:sp>
      <p:pic>
        <p:nvPicPr>
          <p:cNvPr id="8" name="Afbeelding 7">
            <a:extLst>
              <a:ext uri="{FF2B5EF4-FFF2-40B4-BE49-F238E27FC236}">
                <a16:creationId xmlns:a16="http://schemas.microsoft.com/office/drawing/2014/main" id="{22A9A09E-D558-E966-39BB-EA51DEE2386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15896" y="1047750"/>
            <a:ext cx="4762500" cy="4762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635882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5A7EEF-0EDB-43C7-0089-EE0CA901C1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448E27-B38C-6A3F-2638-731253F7EC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7"/>
            <a:ext cx="10515600" cy="1325563"/>
          </a:xfrm>
        </p:spPr>
        <p:txBody>
          <a:bodyPr anchor="ctr">
            <a:normAutofit fontScale="90000"/>
          </a:bodyPr>
          <a:lstStyle/>
          <a:p>
            <a:r>
              <a:rPr lang="nl-NL" b="1" dirty="0"/>
              <a:t>Flow </a:t>
            </a:r>
            <a:r>
              <a:rPr lang="nl-NL" b="1" dirty="0" err="1"/>
              <a:t>chart</a:t>
            </a:r>
            <a:r>
              <a:rPr lang="nl-NL" b="1" dirty="0"/>
              <a:t> programma</a:t>
            </a:r>
            <a:br>
              <a:rPr lang="nl-NL" dirty="0"/>
            </a:br>
            <a:br>
              <a:rPr lang="nl-NL" b="1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2990072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2BAAAC-2D31-D071-ECE1-960A848586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AF8288-7510-05EE-3A85-438E827DCC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7"/>
            <a:ext cx="10515600" cy="1325563"/>
          </a:xfrm>
        </p:spPr>
        <p:txBody>
          <a:bodyPr anchor="ctr">
            <a:normAutofit fontScale="90000"/>
          </a:bodyPr>
          <a:lstStyle/>
          <a:p>
            <a:r>
              <a:rPr lang="nl-NL" b="1" dirty="0"/>
              <a:t>LED</a:t>
            </a:r>
            <a:br>
              <a:rPr lang="nl-NL" dirty="0"/>
            </a:br>
            <a:br>
              <a:rPr lang="nl-NL" b="1" dirty="0"/>
            </a:br>
            <a:endParaRPr lang="en-US" dirty="0"/>
          </a:p>
        </p:txBody>
      </p:sp>
      <p:pic>
        <p:nvPicPr>
          <p:cNvPr id="4" name="Afbeelding 3">
            <a:extLst>
              <a:ext uri="{FF2B5EF4-FFF2-40B4-BE49-F238E27FC236}">
                <a16:creationId xmlns:a16="http://schemas.microsoft.com/office/drawing/2014/main" id="{D26E01F0-B261-86D0-F44F-8649000B5BD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24175" y="1643062"/>
            <a:ext cx="6343650" cy="3571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141755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3BDC83-18E1-3684-8B50-DF961981E0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F8AE4B-11BF-B7AA-6330-B9E6345772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7"/>
            <a:ext cx="10515600" cy="1325563"/>
          </a:xfrm>
        </p:spPr>
        <p:txBody>
          <a:bodyPr anchor="ctr">
            <a:normAutofit fontScale="90000"/>
          </a:bodyPr>
          <a:lstStyle/>
          <a:p>
            <a:r>
              <a:rPr lang="nl-NL" b="1" dirty="0"/>
              <a:t>Batterij</a:t>
            </a:r>
            <a:br>
              <a:rPr lang="nl-NL" dirty="0"/>
            </a:br>
            <a:br>
              <a:rPr lang="nl-NL" b="1" dirty="0"/>
            </a:br>
            <a:endParaRPr lang="en-US" dirty="0"/>
          </a:p>
        </p:txBody>
      </p:sp>
      <p:pic>
        <p:nvPicPr>
          <p:cNvPr id="4" name="Afbeelding 3">
            <a:extLst>
              <a:ext uri="{FF2B5EF4-FFF2-40B4-BE49-F238E27FC236}">
                <a16:creationId xmlns:a16="http://schemas.microsoft.com/office/drawing/2014/main" id="{E5F3237F-4A69-623F-9202-D6E9A511E6E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14750" y="1047750"/>
            <a:ext cx="4762500" cy="4762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06148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49967F-53EE-DC83-C197-BF055A22A9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2C0173-7558-B059-4A5A-9397242F5F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Behuizing 3D‑print overzicht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EBBBF2-9E59-9CF4-B7CE-5E8C957172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Slides </a:t>
            </a:r>
            <a:r>
              <a:rPr lang="en-US" dirty="0" err="1"/>
              <a:t>Nog</a:t>
            </a:r>
            <a:r>
              <a:rPr lang="en-US" dirty="0"/>
              <a:t> toe </a:t>
            </a:r>
            <a:r>
              <a:rPr lang="en-US" dirty="0" err="1"/>
              <a:t>te</a:t>
            </a:r>
            <a:r>
              <a:rPr lang="en-US" dirty="0"/>
              <a:t> </a:t>
            </a:r>
            <a:r>
              <a:rPr lang="en-US" dirty="0" err="1"/>
              <a:t>voegen</a:t>
            </a:r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0334233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D6F379-7FBA-15A2-0127-45CB1BEC0E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603C53-011E-B77E-0BCF-3D8A365175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7"/>
            <a:ext cx="10515600" cy="1325563"/>
          </a:xfrm>
        </p:spPr>
        <p:txBody>
          <a:bodyPr anchor="ctr">
            <a:normAutofit/>
          </a:bodyPr>
          <a:lstStyle/>
          <a:p>
            <a:r>
              <a:rPr lang="nl-NL" b="1" dirty="0"/>
              <a:t>Top Down Schema Master ( nog recente versie toe te voegen)</a:t>
            </a:r>
            <a:endParaRPr lang="en-US" dirty="0"/>
          </a:p>
        </p:txBody>
      </p:sp>
      <p:pic>
        <p:nvPicPr>
          <p:cNvPr id="4" name="Afbeelding 3">
            <a:extLst>
              <a:ext uri="{FF2B5EF4-FFF2-40B4-BE49-F238E27FC236}">
                <a16:creationId xmlns:a16="http://schemas.microsoft.com/office/drawing/2014/main" id="{F5309E3F-1A50-2602-3070-4F15119B704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99503" y="1581665"/>
            <a:ext cx="7475837" cy="5300998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46038399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CF5848-82BA-EB08-3621-41626FFF58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11CD44-83D9-AD69-6199-8667D5BAB7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7"/>
            <a:ext cx="10515600" cy="1325563"/>
          </a:xfrm>
        </p:spPr>
        <p:txBody>
          <a:bodyPr anchor="ctr">
            <a:normAutofit/>
          </a:bodyPr>
          <a:lstStyle/>
          <a:p>
            <a:r>
              <a:rPr lang="nl-NL" b="1" dirty="0"/>
              <a:t>Top Down Schema </a:t>
            </a:r>
            <a:r>
              <a:rPr lang="nl-NL" b="1" dirty="0" err="1"/>
              <a:t>Slave</a:t>
            </a:r>
            <a:r>
              <a:rPr lang="nl-NL" b="1" dirty="0"/>
              <a:t> ( nog recente versie toe te voegen)</a:t>
            </a:r>
            <a:endParaRPr lang="en-US" dirty="0"/>
          </a:p>
        </p:txBody>
      </p:sp>
      <p:pic>
        <p:nvPicPr>
          <p:cNvPr id="5" name="Afbeelding 4">
            <a:extLst>
              <a:ext uri="{FF2B5EF4-FFF2-40B4-BE49-F238E27FC236}">
                <a16:creationId xmlns:a16="http://schemas.microsoft.com/office/drawing/2014/main" id="{C493F97C-AA9B-4770-01D4-E54AA61FA48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48771" y="1381638"/>
            <a:ext cx="6494457" cy="54763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907907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A2380C-E720-DA99-DEF9-A95DCE98F8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84FDF5-C890-68CB-52F1-5EDAB7F561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7"/>
            <a:ext cx="10515600" cy="1325563"/>
          </a:xfrm>
        </p:spPr>
        <p:txBody>
          <a:bodyPr anchor="ctr">
            <a:normAutofit/>
          </a:bodyPr>
          <a:lstStyle/>
          <a:p>
            <a:r>
              <a:rPr lang="nl-NL" b="1" dirty="0"/>
              <a:t>Top Down Schema Uitbreiding ( nog recente versie toe te voegen)</a:t>
            </a:r>
            <a:endParaRPr lang="en-US" dirty="0"/>
          </a:p>
        </p:txBody>
      </p:sp>
      <p:pic>
        <p:nvPicPr>
          <p:cNvPr id="4" name="Afbeelding 3">
            <a:extLst>
              <a:ext uri="{FF2B5EF4-FFF2-40B4-BE49-F238E27FC236}">
                <a16:creationId xmlns:a16="http://schemas.microsoft.com/office/drawing/2014/main" id="{1F93A30D-A7F2-F516-8B90-59FBD5E62FD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55911" y="1158258"/>
            <a:ext cx="4680177" cy="55926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022920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787FDB-4847-5153-39C0-9476488540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04F493-7389-F2EC-B442-8D1D0643D2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7"/>
            <a:ext cx="10515600" cy="1325563"/>
          </a:xfrm>
        </p:spPr>
        <p:txBody>
          <a:bodyPr anchor="ctr">
            <a:normAutofit/>
          </a:bodyPr>
          <a:lstStyle/>
          <a:p>
            <a:r>
              <a:rPr lang="nl-NL" dirty="0" err="1"/>
              <a:t>BrakeN’Blink</a:t>
            </a:r>
            <a:br>
              <a:rPr lang="nl-NL" dirty="0"/>
            </a:br>
            <a:endParaRPr lang="en-US" dirty="0"/>
          </a:p>
        </p:txBody>
      </p:sp>
      <p:sp>
        <p:nvSpPr>
          <p:cNvPr id="3" name="Tekstvak 2">
            <a:extLst>
              <a:ext uri="{FF2B5EF4-FFF2-40B4-BE49-F238E27FC236}">
                <a16:creationId xmlns:a16="http://schemas.microsoft.com/office/drawing/2014/main" id="{CE1F984E-B2CA-A138-A548-75973B5F091C}"/>
              </a:ext>
            </a:extLst>
          </p:cNvPr>
          <p:cNvSpPr txBox="1"/>
          <p:nvPr/>
        </p:nvSpPr>
        <p:spPr>
          <a:xfrm>
            <a:off x="3650451" y="1675138"/>
            <a:ext cx="4659545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sz="4400" dirty="0"/>
              <a:t>Zie en wordt gezien</a:t>
            </a:r>
          </a:p>
        </p:txBody>
      </p:sp>
      <p:pic>
        <p:nvPicPr>
          <p:cNvPr id="4" name="Graphic 3" descr="Schild met vinkje silhouet">
            <a:extLst>
              <a:ext uri="{FF2B5EF4-FFF2-40B4-BE49-F238E27FC236}">
                <a16:creationId xmlns:a16="http://schemas.microsoft.com/office/drawing/2014/main" id="{CAD6177D-0403-5172-AD51-9D8DC8157A1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800620" y="2453883"/>
            <a:ext cx="2993571" cy="2993571"/>
          </a:xfrm>
          <a:prstGeom prst="rect">
            <a:avLst/>
          </a:prstGeom>
        </p:spPr>
      </p:pic>
      <p:pic>
        <p:nvPicPr>
          <p:cNvPr id="5" name="Graphic 4" descr="Reddingsvest silhouet">
            <a:extLst>
              <a:ext uri="{FF2B5EF4-FFF2-40B4-BE49-F238E27FC236}">
                <a16:creationId xmlns:a16="http://schemas.microsoft.com/office/drawing/2014/main" id="{F41DC785-3E9F-8F87-C33A-2DDD6C059F7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166256" y="2383970"/>
            <a:ext cx="2993571" cy="29935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906641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1EA315BEEDAF0940BE0419D11160810D" ma:contentTypeVersion="16" ma:contentTypeDescription="Een nieuw document maken." ma:contentTypeScope="" ma:versionID="d1705b85d2f2f28b1fb8d732dbd0ab86">
  <xsd:schema xmlns:xsd="http://www.w3.org/2001/XMLSchema" xmlns:xs="http://www.w3.org/2001/XMLSchema" xmlns:p="http://schemas.microsoft.com/office/2006/metadata/properties" xmlns:ns2="7af3f08f-6b65-4c98-b033-853692dc00be" xmlns:ns3="f921bb7d-4033-42bd-968a-881fd459c073" targetNamespace="http://schemas.microsoft.com/office/2006/metadata/properties" ma:root="true" ma:fieldsID="a39d237b1097b467f7a02766d2887fa1" ns2:_="" ns3:_="">
    <xsd:import namespace="7af3f08f-6b65-4c98-b033-853692dc00be"/>
    <xsd:import namespace="f921bb7d-4033-42bd-968a-881fd459c073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ServiceAutoTags" minOccurs="0"/>
                <xsd:element ref="ns2:MediaLengthInSecond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lcf76f155ced4ddcb4097134ff3c332f" minOccurs="0"/>
                <xsd:element ref="ns3:TaxCatchAll" minOccurs="0"/>
                <xsd:element ref="ns2:MediaServiceLocation" minOccurs="0"/>
                <xsd:element ref="ns2:MediaServiceObjectDetectorVersions" minOccurs="0"/>
                <xsd:element ref="ns3:SharedWithUsers" minOccurs="0"/>
                <xsd:element ref="ns3:SharedWithDetail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af3f08f-6b65-4c98-b033-853692dc00be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1" nillable="true" ma:displayName="Tags" ma:internalName="MediaServiceAutoTags" ma:readOnly="true">
      <xsd:simpleType>
        <xsd:restriction base="dms:Text"/>
      </xsd:simpleType>
    </xsd:element>
    <xsd:element name="MediaLengthInSeconds" ma:index="12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lcf76f155ced4ddcb4097134ff3c332f" ma:index="17" nillable="true" ma:taxonomy="true" ma:internalName="lcf76f155ced4ddcb4097134ff3c332f" ma:taxonomyFieldName="MediaServiceImageTags" ma:displayName="Afbeeldingtags" ma:readOnly="false" ma:fieldId="{5cf76f15-5ced-4ddc-b409-7134ff3c332f}" ma:taxonomyMulti="true" ma:sspId="0460a840-b235-4d39-b436-fe20d012a4a5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19" nillable="true" ma:displayName="Location" ma:internalName="MediaServiceLocation" ma:readOnly="true">
      <xsd:simpleType>
        <xsd:restriction base="dms:Text"/>
      </xsd:simpleType>
    </xsd:element>
    <xsd:element name="MediaServiceObjectDetectorVersions" ma:index="2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3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921bb7d-4033-42bd-968a-881fd459c073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25375f4a-c383-46c1-98ae-31cbdcd71064}" ma:internalName="TaxCatchAll" ma:showField="CatchAllData" ma:web="f921bb7d-4033-42bd-968a-881fd459c073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21" nillable="true" ma:displayName="Gedeeld met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2" nillable="true" ma:displayName="Gedeeld met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oudstype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7af3f08f-6b65-4c98-b033-853692dc00be">
      <Terms xmlns="http://schemas.microsoft.com/office/infopath/2007/PartnerControls"/>
    </lcf76f155ced4ddcb4097134ff3c332f>
    <TaxCatchAll xmlns="f921bb7d-4033-42bd-968a-881fd459c073" xsi:nil="true"/>
  </documentManagement>
</p:properties>
</file>

<file path=customXml/itemProps1.xml><?xml version="1.0" encoding="utf-8"?>
<ds:datastoreItem xmlns:ds="http://schemas.openxmlformats.org/officeDocument/2006/customXml" ds:itemID="{EEC29095-F6A7-4598-BDCD-A548BB78D4DE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FA4D2EF6-B6BD-42A1-A60F-A9CD84D767FF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af3f08f-6b65-4c98-b033-853692dc00be"/>
    <ds:schemaRef ds:uri="f921bb7d-4033-42bd-968a-881fd459c073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F6331DEB-7418-478E-859C-1AE282E78535}">
  <ds:schemaRefs>
    <ds:schemaRef ds:uri="http://www.w3.org/XML/1998/namespace"/>
    <ds:schemaRef ds:uri="http://schemas.openxmlformats.org/package/2006/metadata/core-properties"/>
    <ds:schemaRef ds:uri="http://schemas.microsoft.com/office/2006/documentManagement/types"/>
    <ds:schemaRef ds:uri="7af3f08f-6b65-4c98-b033-853692dc00be"/>
    <ds:schemaRef ds:uri="http://purl.org/dc/elements/1.1/"/>
    <ds:schemaRef ds:uri="f921bb7d-4033-42bd-968a-881fd459c073"/>
    <ds:schemaRef ds:uri="http://purl.org/dc/dcmitype/"/>
    <ds:schemaRef ds:uri="http://schemas.microsoft.com/office/infopath/2007/PartnerControls"/>
    <ds:schemaRef ds:uri="http://schemas.microsoft.com/office/2006/metadata/properties"/>
    <ds:schemaRef ds:uri="http://purl.org/dc/terms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164</TotalTime>
  <Words>460</Words>
  <Application>Microsoft Office PowerPoint</Application>
  <PresentationFormat>Breedbeeld</PresentationFormat>
  <Paragraphs>98</Paragraphs>
  <Slides>20</Slides>
  <Notes>20</Notes>
  <HiddenSlides>0</HiddenSlides>
  <MMClips>0</MMClips>
  <ScaleCrop>false</ScaleCrop>
  <HeadingPairs>
    <vt:vector size="6" baseType="variant">
      <vt:variant>
        <vt:lpstr>Gebruikte lettertypen</vt:lpstr>
      </vt:variant>
      <vt:variant>
        <vt:i4>3</vt:i4>
      </vt:variant>
      <vt:variant>
        <vt:lpstr>Thema</vt:lpstr>
      </vt:variant>
      <vt:variant>
        <vt:i4>1</vt:i4>
      </vt:variant>
      <vt:variant>
        <vt:lpstr>Diatitels</vt:lpstr>
      </vt:variant>
      <vt:variant>
        <vt:i4>20</vt:i4>
      </vt:variant>
    </vt:vector>
  </HeadingPairs>
  <TitlesOfParts>
    <vt:vector size="24" baseType="lpstr">
      <vt:lpstr>Arial</vt:lpstr>
      <vt:lpstr>Calibri</vt:lpstr>
      <vt:lpstr>Calibri Light</vt:lpstr>
      <vt:lpstr>Office Theme</vt:lpstr>
      <vt:lpstr>Brake N’Blink</vt:lpstr>
      <vt:lpstr>Dagelijkse uitdagingen</vt:lpstr>
      <vt:lpstr>Fietsbestuurders</vt:lpstr>
      <vt:lpstr>Onzichtbaarheid</vt:lpstr>
      <vt:lpstr>Onzichtbaarheid </vt:lpstr>
      <vt:lpstr>Wat is Brake n Blink</vt:lpstr>
      <vt:lpstr>remsysteem</vt:lpstr>
      <vt:lpstr>Richtingaanwijzers</vt:lpstr>
      <vt:lpstr>Hardware-overzicht </vt:lpstr>
      <vt:lpstr>Microcontroller  </vt:lpstr>
      <vt:lpstr>draadloze verbinding (uitleg kort via programma)  </vt:lpstr>
      <vt:lpstr>Accelerometer (uitleg kort via programma)  </vt:lpstr>
      <vt:lpstr>Flow chart programma  </vt:lpstr>
      <vt:lpstr>LED  </vt:lpstr>
      <vt:lpstr>Batterij  </vt:lpstr>
      <vt:lpstr>Behuizing 3D‑print overzicht</vt:lpstr>
      <vt:lpstr>Top Down Schema Master ( nog recente versie toe te voegen)</vt:lpstr>
      <vt:lpstr>Top Down Schema Slave ( nog recente versie toe te voegen)</vt:lpstr>
      <vt:lpstr>Top Down Schema Uitbreiding ( nog recente versie toe te voegen)</vt:lpstr>
      <vt:lpstr>BrakeN’Blink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TETRA – Machine Vision for Quality Control</dc:title>
  <dc:creator>Matthias De Ryck</dc:creator>
  <cp:lastModifiedBy>Aaron Lestarquit</cp:lastModifiedBy>
  <cp:revision>25</cp:revision>
  <dcterms:created xsi:type="dcterms:W3CDTF">2022-09-14T09:37:15Z</dcterms:created>
  <dcterms:modified xsi:type="dcterms:W3CDTF">2026-04-30T10:58:26Z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0x0101001EA315BEEDAF0940BE0419D11160810D</vt:lpwstr>
  </property>
  <property fmtid="{D5CDD505-2E9C-101B-9397-08002B2CF9AE}" pid="3" name="Order">
    <vt:r8>12000</vt:r8>
  </property>
  <property fmtid="{D5CDD505-2E9C-101B-9397-08002B2CF9AE}" pid="4" name="xd_Signature">
    <vt:bool>false</vt:bool>
  </property>
  <property fmtid="{D5CDD505-2E9C-101B-9397-08002B2CF9AE}" pid="5" name="xd_ProgID">
    <vt:lpwstr/>
  </property>
  <property fmtid="{D5CDD505-2E9C-101B-9397-08002B2CF9AE}" pid="6" name="_ExtendedDescription">
    <vt:lpwstr/>
  </property>
  <property fmtid="{D5CDD505-2E9C-101B-9397-08002B2CF9AE}" pid="7" name="TriggerFlowInfo">
    <vt:lpwstr/>
  </property>
  <property fmtid="{D5CDD505-2E9C-101B-9397-08002B2CF9AE}" pid="8" name="ComplianceAssetId">
    <vt:lpwstr/>
  </property>
  <property fmtid="{D5CDD505-2E9C-101B-9397-08002B2CF9AE}" pid="9" name="TemplateUrl">
    <vt:lpwstr/>
  </property>
  <property fmtid="{D5CDD505-2E9C-101B-9397-08002B2CF9AE}" pid="10" name="MediaServiceImageTags">
    <vt:lpwstr/>
  </property>
</Properties>
</file>